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8" r:id="rId3"/>
    <p:sldId id="280" r:id="rId4"/>
    <p:sldId id="258" r:id="rId5"/>
    <p:sldId id="282" r:id="rId6"/>
    <p:sldId id="275" r:id="rId7"/>
    <p:sldId id="283" r:id="rId8"/>
    <p:sldId id="284" r:id="rId9"/>
    <p:sldId id="285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82568F-276A-4835-8854-9903DB4D6AAF}" v="54" dt="2026-04-06T19:01:22.4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9" autoAdjust="0"/>
    <p:restoredTop sz="94660"/>
  </p:normalViewPr>
  <p:slideViewPr>
    <p:cSldViewPr snapToGrid="0">
      <p:cViewPr varScale="1">
        <p:scale>
          <a:sx n="97" d="100"/>
          <a:sy n="97" d="100"/>
        </p:scale>
        <p:origin x="2358" y="306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el Silva" userId="b0c5e3c40c886828" providerId="LiveId" clId="{2095FDFE-0713-463E-A99A-7FA7B1721BE0}"/>
    <pc:docChg chg="undo custSel addSld delSld modSld">
      <pc:chgData name="Joel Silva" userId="b0c5e3c40c886828" providerId="LiveId" clId="{2095FDFE-0713-463E-A99A-7FA7B1721BE0}" dt="2026-04-06T19:05:27.205" v="887" actId="6549"/>
      <pc:docMkLst>
        <pc:docMk/>
      </pc:docMkLst>
      <pc:sldChg chg="modSp mod">
        <pc:chgData name="Joel Silva" userId="b0c5e3c40c886828" providerId="LiveId" clId="{2095FDFE-0713-463E-A99A-7FA7B1721BE0}" dt="2026-04-06T17:10:39.840" v="350" actId="20577"/>
        <pc:sldMkLst>
          <pc:docMk/>
          <pc:sldMk cId="173651807" sldId="256"/>
        </pc:sldMkLst>
        <pc:spChg chg="mod">
          <ac:chgData name="Joel Silva" userId="b0c5e3c40c886828" providerId="LiveId" clId="{2095FDFE-0713-463E-A99A-7FA7B1721BE0}" dt="2026-04-06T17:10:25.860" v="314" actId="20577"/>
          <ac:spMkLst>
            <pc:docMk/>
            <pc:sldMk cId="173651807" sldId="256"/>
            <ac:spMk id="2" creationId="{E94B2604-8EBD-407C-BEBA-AA784F9882E9}"/>
          </ac:spMkLst>
        </pc:spChg>
        <pc:spChg chg="mod">
          <ac:chgData name="Joel Silva" userId="b0c5e3c40c886828" providerId="LiveId" clId="{2095FDFE-0713-463E-A99A-7FA7B1721BE0}" dt="2026-04-06T17:10:39.840" v="350" actId="20577"/>
          <ac:spMkLst>
            <pc:docMk/>
            <pc:sldMk cId="173651807" sldId="256"/>
            <ac:spMk id="3" creationId="{AF82475A-76E5-6B8B-172E-7BA61B82A5BC}"/>
          </ac:spMkLst>
        </pc:spChg>
      </pc:sldChg>
      <pc:sldChg chg="addSp delSp modSp mod">
        <pc:chgData name="Joel Silva" userId="b0c5e3c40c886828" providerId="LiveId" clId="{2095FDFE-0713-463E-A99A-7FA7B1721BE0}" dt="2026-04-06T17:21:43.567" v="513" actId="1035"/>
        <pc:sldMkLst>
          <pc:docMk/>
          <pc:sldMk cId="2023447440" sldId="258"/>
        </pc:sldMkLst>
        <pc:spChg chg="mod">
          <ac:chgData name="Joel Silva" userId="b0c5e3c40c886828" providerId="LiveId" clId="{2095FDFE-0713-463E-A99A-7FA7B1721BE0}" dt="2026-04-06T17:21:04.547" v="496" actId="6549"/>
          <ac:spMkLst>
            <pc:docMk/>
            <pc:sldMk cId="2023447440" sldId="258"/>
            <ac:spMk id="2" creationId="{7152F45A-C377-E576-33BD-CF3FB86AE697}"/>
          </ac:spMkLst>
        </pc:spChg>
        <pc:spChg chg="add del mod">
          <ac:chgData name="Joel Silva" userId="b0c5e3c40c886828" providerId="LiveId" clId="{2095FDFE-0713-463E-A99A-7FA7B1721BE0}" dt="2026-04-06T17:21:12.882" v="499" actId="478"/>
          <ac:spMkLst>
            <pc:docMk/>
            <pc:sldMk cId="2023447440" sldId="258"/>
            <ac:spMk id="3" creationId="{5A262613-0F2E-09FB-50FD-969E8084A815}"/>
          </ac:spMkLst>
        </pc:spChg>
        <pc:spChg chg="add del mod">
          <ac:chgData name="Joel Silva" userId="b0c5e3c40c886828" providerId="LiveId" clId="{2095FDFE-0713-463E-A99A-7FA7B1721BE0}" dt="2026-04-06T17:21:09.827" v="498" actId="478"/>
          <ac:spMkLst>
            <pc:docMk/>
            <pc:sldMk cId="2023447440" sldId="258"/>
            <ac:spMk id="5" creationId="{4537F6D0-D187-A0CD-3D4C-26BC5B1E7162}"/>
          </ac:spMkLst>
        </pc:spChg>
        <pc:spChg chg="del">
          <ac:chgData name="Joel Silva" userId="b0c5e3c40c886828" providerId="LiveId" clId="{2095FDFE-0713-463E-A99A-7FA7B1721BE0}" dt="2026-04-06T17:21:12.882" v="499" actId="478"/>
          <ac:spMkLst>
            <pc:docMk/>
            <pc:sldMk cId="2023447440" sldId="258"/>
            <ac:spMk id="7" creationId="{14454048-D43A-3DE1-BEA8-C6E46C929BD0}"/>
          </ac:spMkLst>
        </pc:spChg>
        <pc:spChg chg="del">
          <ac:chgData name="Joel Silva" userId="b0c5e3c40c886828" providerId="LiveId" clId="{2095FDFE-0713-463E-A99A-7FA7B1721BE0}" dt="2026-04-06T17:21:12.882" v="499" actId="478"/>
          <ac:spMkLst>
            <pc:docMk/>
            <pc:sldMk cId="2023447440" sldId="258"/>
            <ac:spMk id="8" creationId="{52464B21-2A2B-DDC9-C519-A8C62FB0F82A}"/>
          </ac:spMkLst>
        </pc:spChg>
        <pc:spChg chg="del">
          <ac:chgData name="Joel Silva" userId="b0c5e3c40c886828" providerId="LiveId" clId="{2095FDFE-0713-463E-A99A-7FA7B1721BE0}" dt="2026-04-06T17:21:12.882" v="499" actId="478"/>
          <ac:spMkLst>
            <pc:docMk/>
            <pc:sldMk cId="2023447440" sldId="258"/>
            <ac:spMk id="9" creationId="{54CFBCA0-E78D-B0C2-8249-E3EBB31CD945}"/>
          </ac:spMkLst>
        </pc:spChg>
        <pc:spChg chg="del">
          <ac:chgData name="Joel Silva" userId="b0c5e3c40c886828" providerId="LiveId" clId="{2095FDFE-0713-463E-A99A-7FA7B1721BE0}" dt="2026-04-06T17:21:12.882" v="499" actId="478"/>
          <ac:spMkLst>
            <pc:docMk/>
            <pc:sldMk cId="2023447440" sldId="258"/>
            <ac:spMk id="10" creationId="{0EAA6672-0190-791A-197E-676D6DEB271A}"/>
          </ac:spMkLst>
        </pc:spChg>
        <pc:spChg chg="del">
          <ac:chgData name="Joel Silva" userId="b0c5e3c40c886828" providerId="LiveId" clId="{2095FDFE-0713-463E-A99A-7FA7B1721BE0}" dt="2026-04-06T17:21:12.882" v="499" actId="478"/>
          <ac:spMkLst>
            <pc:docMk/>
            <pc:sldMk cId="2023447440" sldId="258"/>
            <ac:spMk id="11" creationId="{69C4AB7F-9FDB-061E-DB06-1BC67D8586D4}"/>
          </ac:spMkLst>
        </pc:spChg>
        <pc:spChg chg="del">
          <ac:chgData name="Joel Silva" userId="b0c5e3c40c886828" providerId="LiveId" clId="{2095FDFE-0713-463E-A99A-7FA7B1721BE0}" dt="2026-04-06T17:21:12.882" v="499" actId="478"/>
          <ac:spMkLst>
            <pc:docMk/>
            <pc:sldMk cId="2023447440" sldId="258"/>
            <ac:spMk id="24" creationId="{49A5A1A0-18D7-7523-9D64-D7205E6B1A15}"/>
          </ac:spMkLst>
        </pc:spChg>
        <pc:spChg chg="del">
          <ac:chgData name="Joel Silva" userId="b0c5e3c40c886828" providerId="LiveId" clId="{2095FDFE-0713-463E-A99A-7FA7B1721BE0}" dt="2026-04-06T17:21:12.882" v="499" actId="478"/>
          <ac:spMkLst>
            <pc:docMk/>
            <pc:sldMk cId="2023447440" sldId="258"/>
            <ac:spMk id="25" creationId="{61879463-A309-6E00-C9AB-690548B50177}"/>
          </ac:spMkLst>
        </pc:spChg>
        <pc:spChg chg="del">
          <ac:chgData name="Joel Silva" userId="b0c5e3c40c886828" providerId="LiveId" clId="{2095FDFE-0713-463E-A99A-7FA7B1721BE0}" dt="2026-04-06T17:21:12.882" v="499" actId="478"/>
          <ac:spMkLst>
            <pc:docMk/>
            <pc:sldMk cId="2023447440" sldId="258"/>
            <ac:spMk id="26" creationId="{B89B3E3B-DC57-DCAE-D563-38244512A9D3}"/>
          </ac:spMkLst>
        </pc:spChg>
        <pc:spChg chg="del mod">
          <ac:chgData name="Joel Silva" userId="b0c5e3c40c886828" providerId="LiveId" clId="{2095FDFE-0713-463E-A99A-7FA7B1721BE0}" dt="2026-04-06T17:21:15.506" v="501" actId="478"/>
          <ac:spMkLst>
            <pc:docMk/>
            <pc:sldMk cId="2023447440" sldId="258"/>
            <ac:spMk id="29" creationId="{B595C2A4-CBD5-BC23-395F-6D1E6E86AAAE}"/>
          </ac:spMkLst>
        </pc:spChg>
        <pc:spChg chg="del">
          <ac:chgData name="Joel Silva" userId="b0c5e3c40c886828" providerId="LiveId" clId="{2095FDFE-0713-463E-A99A-7FA7B1721BE0}" dt="2026-04-06T17:21:08.056" v="497" actId="478"/>
          <ac:spMkLst>
            <pc:docMk/>
            <pc:sldMk cId="2023447440" sldId="258"/>
            <ac:spMk id="32" creationId="{37604883-B7F6-8FDA-A438-9E956ECDEB71}"/>
          </ac:spMkLst>
        </pc:spChg>
        <pc:picChg chg="add mod">
          <ac:chgData name="Joel Silva" userId="b0c5e3c40c886828" providerId="LiveId" clId="{2095FDFE-0713-463E-A99A-7FA7B1721BE0}" dt="2026-04-06T17:21:43.567" v="513" actId="1035"/>
          <ac:picMkLst>
            <pc:docMk/>
            <pc:sldMk cId="2023447440" sldId="258"/>
            <ac:picMk id="12" creationId="{BDC27A5B-81A1-7CAD-1A54-515CF309D684}"/>
          </ac:picMkLst>
        </pc:picChg>
        <pc:cxnChg chg="del mod">
          <ac:chgData name="Joel Silva" userId="b0c5e3c40c886828" providerId="LiveId" clId="{2095FDFE-0713-463E-A99A-7FA7B1721BE0}" dt="2026-04-06T17:21:12.882" v="499" actId="478"/>
          <ac:cxnSpMkLst>
            <pc:docMk/>
            <pc:sldMk cId="2023447440" sldId="258"/>
            <ac:cxnSpMk id="21" creationId="{CDD4FB43-4AAF-E023-DDE1-658ED71E97C5}"/>
          </ac:cxnSpMkLst>
        </pc:cxnChg>
      </pc:sldChg>
      <pc:sldChg chg="addSp delSp modSp del mod">
        <pc:chgData name="Joel Silva" userId="b0c5e3c40c886828" providerId="LiveId" clId="{2095FDFE-0713-463E-A99A-7FA7B1721BE0}" dt="2026-04-06T17:21:49.781" v="514" actId="47"/>
        <pc:sldMkLst>
          <pc:docMk/>
          <pc:sldMk cId="4267290664" sldId="260"/>
        </pc:sldMkLst>
      </pc:sldChg>
      <pc:sldChg chg="addSp delSp modSp del mod">
        <pc:chgData name="Joel Silva" userId="b0c5e3c40c886828" providerId="LiveId" clId="{2095FDFE-0713-463E-A99A-7FA7B1721BE0}" dt="2026-04-06T17:21:52.420" v="515" actId="47"/>
        <pc:sldMkLst>
          <pc:docMk/>
          <pc:sldMk cId="2149447667" sldId="261"/>
        </pc:sldMkLst>
      </pc:sldChg>
      <pc:sldChg chg="addSp delSp modSp add del mod">
        <pc:chgData name="Joel Silva" userId="b0c5e3c40c886828" providerId="LiveId" clId="{2095FDFE-0713-463E-A99A-7FA7B1721BE0}" dt="2026-04-06T17:21:54.777" v="516" actId="47"/>
        <pc:sldMkLst>
          <pc:docMk/>
          <pc:sldMk cId="1705728003" sldId="276"/>
        </pc:sldMkLst>
      </pc:sldChg>
      <pc:sldChg chg="addSp delSp modSp new del mod setBg">
        <pc:chgData name="Joel Silva" userId="b0c5e3c40c886828" providerId="LiveId" clId="{2095FDFE-0713-463E-A99A-7FA7B1721BE0}" dt="2026-04-06T17:20:55.365" v="494" actId="47"/>
        <pc:sldMkLst>
          <pc:docMk/>
          <pc:sldMk cId="3194866090" sldId="277"/>
        </pc:sldMkLst>
        <pc:spChg chg="mod">
          <ac:chgData name="Joel Silva" userId="b0c5e3c40c886828" providerId="LiveId" clId="{2095FDFE-0713-463E-A99A-7FA7B1721BE0}" dt="2026-04-06T17:17:34.719" v="485" actId="26606"/>
          <ac:spMkLst>
            <pc:docMk/>
            <pc:sldMk cId="3194866090" sldId="277"/>
            <ac:spMk id="2" creationId="{8BC3B015-CA7E-9D98-1228-7A64E8DA8007}"/>
          </ac:spMkLst>
        </pc:spChg>
        <pc:spChg chg="add">
          <ac:chgData name="Joel Silva" userId="b0c5e3c40c886828" providerId="LiveId" clId="{2095FDFE-0713-463E-A99A-7FA7B1721BE0}" dt="2026-04-06T17:17:34.719" v="485" actId="26606"/>
          <ac:spMkLst>
            <pc:docMk/>
            <pc:sldMk cId="3194866090" sldId="277"/>
            <ac:spMk id="17" creationId="{BACC6370-2D7E-4714-9D71-7542949D7D5D}"/>
          </ac:spMkLst>
        </pc:spChg>
        <pc:spChg chg="add">
          <ac:chgData name="Joel Silva" userId="b0c5e3c40c886828" providerId="LiveId" clId="{2095FDFE-0713-463E-A99A-7FA7B1721BE0}" dt="2026-04-06T17:17:34.719" v="485" actId="26606"/>
          <ac:spMkLst>
            <pc:docMk/>
            <pc:sldMk cId="3194866090" sldId="277"/>
            <ac:spMk id="18" creationId="{F68B3F68-107C-434F-AA38-110D5EA91B85}"/>
          </ac:spMkLst>
        </pc:spChg>
        <pc:spChg chg="add">
          <ac:chgData name="Joel Silva" userId="b0c5e3c40c886828" providerId="LiveId" clId="{2095FDFE-0713-463E-A99A-7FA7B1721BE0}" dt="2026-04-06T17:17:34.719" v="485" actId="26606"/>
          <ac:spMkLst>
            <pc:docMk/>
            <pc:sldMk cId="3194866090" sldId="277"/>
            <ac:spMk id="19" creationId="{AAD0DBB9-1A4B-4391-81D4-CB19F9AB918A}"/>
          </ac:spMkLst>
        </pc:spChg>
        <pc:spChg chg="add del">
          <ac:chgData name="Joel Silva" userId="b0c5e3c40c886828" providerId="LiveId" clId="{2095FDFE-0713-463E-A99A-7FA7B1721BE0}" dt="2026-04-06T17:17:18.009" v="481" actId="26606"/>
          <ac:spMkLst>
            <pc:docMk/>
            <pc:sldMk cId="3194866090" sldId="277"/>
            <ac:spMk id="20" creationId="{BACC6370-2D7E-4714-9D71-7542949D7D5D}"/>
          </ac:spMkLst>
        </pc:spChg>
        <pc:spChg chg="add">
          <ac:chgData name="Joel Silva" userId="b0c5e3c40c886828" providerId="LiveId" clId="{2095FDFE-0713-463E-A99A-7FA7B1721BE0}" dt="2026-04-06T17:17:34.719" v="485" actId="26606"/>
          <ac:spMkLst>
            <pc:docMk/>
            <pc:sldMk cId="3194866090" sldId="277"/>
            <ac:spMk id="21" creationId="{063BBA22-50EA-4C4D-BE05-F1CE4E63AA56}"/>
          </ac:spMkLst>
        </pc:spChg>
        <pc:spChg chg="add del">
          <ac:chgData name="Joel Silva" userId="b0c5e3c40c886828" providerId="LiveId" clId="{2095FDFE-0713-463E-A99A-7FA7B1721BE0}" dt="2026-04-06T17:17:18.009" v="481" actId="26606"/>
          <ac:spMkLst>
            <pc:docMk/>
            <pc:sldMk cId="3194866090" sldId="277"/>
            <ac:spMk id="22" creationId="{F68B3F68-107C-434F-AA38-110D5EA91B85}"/>
          </ac:spMkLst>
        </pc:spChg>
        <pc:spChg chg="add del">
          <ac:chgData name="Joel Silva" userId="b0c5e3c40c886828" providerId="LiveId" clId="{2095FDFE-0713-463E-A99A-7FA7B1721BE0}" dt="2026-04-06T17:17:18.009" v="481" actId="26606"/>
          <ac:spMkLst>
            <pc:docMk/>
            <pc:sldMk cId="3194866090" sldId="277"/>
            <ac:spMk id="24" creationId="{AAD0DBB9-1A4B-4391-81D4-CB19F9AB918A}"/>
          </ac:spMkLst>
        </pc:spChg>
        <pc:spChg chg="add del">
          <ac:chgData name="Joel Silva" userId="b0c5e3c40c886828" providerId="LiveId" clId="{2095FDFE-0713-463E-A99A-7FA7B1721BE0}" dt="2026-04-06T17:17:18.009" v="481" actId="26606"/>
          <ac:spMkLst>
            <pc:docMk/>
            <pc:sldMk cId="3194866090" sldId="277"/>
            <ac:spMk id="26" creationId="{063BBA22-50EA-4C4D-BE05-F1CE4E63AA56}"/>
          </ac:spMkLst>
        </pc:spChg>
        <pc:spChg chg="add del">
          <ac:chgData name="Joel Silva" userId="b0c5e3c40c886828" providerId="LiveId" clId="{2095FDFE-0713-463E-A99A-7FA7B1721BE0}" dt="2026-04-06T17:17:24.564" v="483" actId="26606"/>
          <ac:spMkLst>
            <pc:docMk/>
            <pc:sldMk cId="3194866090" sldId="277"/>
            <ac:spMk id="28" creationId="{53B021B3-DE93-4AB7-8A18-CF5F1CED88B8}"/>
          </ac:spMkLst>
        </pc:spChg>
        <pc:spChg chg="add del">
          <ac:chgData name="Joel Silva" userId="b0c5e3c40c886828" providerId="LiveId" clId="{2095FDFE-0713-463E-A99A-7FA7B1721BE0}" dt="2026-04-06T17:17:24.564" v="483" actId="26606"/>
          <ac:spMkLst>
            <pc:docMk/>
            <pc:sldMk cId="3194866090" sldId="277"/>
            <ac:spMk id="29" creationId="{52D502E5-F6B4-4D58-B4AE-FC466FF15EE8}"/>
          </ac:spMkLst>
        </pc:spChg>
        <pc:spChg chg="add del">
          <ac:chgData name="Joel Silva" userId="b0c5e3c40c886828" providerId="LiveId" clId="{2095FDFE-0713-463E-A99A-7FA7B1721BE0}" dt="2026-04-06T17:17:24.564" v="483" actId="26606"/>
          <ac:spMkLst>
            <pc:docMk/>
            <pc:sldMk cId="3194866090" sldId="277"/>
            <ac:spMk id="30" creationId="{9DECDBF4-02B6-4BB4-B65B-B8107AD6A9E8}"/>
          </ac:spMkLst>
        </pc:spChg>
        <pc:graphicFrameChg chg="add mod modGraphic">
          <ac:chgData name="Joel Silva" userId="b0c5e3c40c886828" providerId="LiveId" clId="{2095FDFE-0713-463E-A99A-7FA7B1721BE0}" dt="2026-04-06T17:17:34.719" v="485" actId="26606"/>
          <ac:graphicFrameMkLst>
            <pc:docMk/>
            <pc:sldMk cId="3194866090" sldId="277"/>
            <ac:graphicFrameMk id="15" creationId="{C6B31857-BDF2-B6AC-E8E4-AEB16F1CE7CB}"/>
          </ac:graphicFrameMkLst>
        </pc:graphicFrameChg>
      </pc:sldChg>
      <pc:sldChg chg="modSp new mod">
        <pc:chgData name="Joel Silva" userId="b0c5e3c40c886828" providerId="LiveId" clId="{2095FDFE-0713-463E-A99A-7FA7B1721BE0}" dt="2026-04-06T17:13:36.674" v="385" actId="14100"/>
        <pc:sldMkLst>
          <pc:docMk/>
          <pc:sldMk cId="488729812" sldId="278"/>
        </pc:sldMkLst>
        <pc:spChg chg="mod">
          <ac:chgData name="Joel Silva" userId="b0c5e3c40c886828" providerId="LiveId" clId="{2095FDFE-0713-463E-A99A-7FA7B1721BE0}" dt="2026-04-06T17:11:50.921" v="367" actId="20577"/>
          <ac:spMkLst>
            <pc:docMk/>
            <pc:sldMk cId="488729812" sldId="278"/>
            <ac:spMk id="2" creationId="{9CB9ED33-5C28-A3C3-C703-A53668FA89DF}"/>
          </ac:spMkLst>
        </pc:spChg>
        <pc:spChg chg="mod">
          <ac:chgData name="Joel Silva" userId="b0c5e3c40c886828" providerId="LiveId" clId="{2095FDFE-0713-463E-A99A-7FA7B1721BE0}" dt="2026-04-06T17:13:36.674" v="385" actId="14100"/>
          <ac:spMkLst>
            <pc:docMk/>
            <pc:sldMk cId="488729812" sldId="278"/>
            <ac:spMk id="3" creationId="{603A6622-2BB2-D21D-B8C2-304D94ECE8C6}"/>
          </ac:spMkLst>
        </pc:spChg>
      </pc:sldChg>
      <pc:sldChg chg="addSp delSp modSp new del mod">
        <pc:chgData name="Joel Silva" userId="b0c5e3c40c886828" providerId="LiveId" clId="{2095FDFE-0713-463E-A99A-7FA7B1721BE0}" dt="2026-04-06T17:21:00.309" v="495" actId="47"/>
        <pc:sldMkLst>
          <pc:docMk/>
          <pc:sldMk cId="1127054176" sldId="279"/>
        </pc:sldMkLst>
      </pc:sldChg>
      <pc:sldChg chg="addSp modSp add">
        <pc:chgData name="Joel Silva" userId="b0c5e3c40c886828" providerId="LiveId" clId="{2095FDFE-0713-463E-A99A-7FA7B1721BE0}" dt="2026-04-06T17:20:48.751" v="493"/>
        <pc:sldMkLst>
          <pc:docMk/>
          <pc:sldMk cId="4163034286" sldId="280"/>
        </pc:sldMkLst>
        <pc:graphicFrameChg chg="add mod">
          <ac:chgData name="Joel Silva" userId="b0c5e3c40c886828" providerId="LiveId" clId="{2095FDFE-0713-463E-A99A-7FA7B1721BE0}" dt="2026-04-06T17:19:26.684" v="487"/>
          <ac:graphicFrameMkLst>
            <pc:docMk/>
            <pc:sldMk cId="4163034286" sldId="280"/>
            <ac:graphicFrameMk id="3" creationId="{DB58AE59-421F-819B-5FFE-5F8444C0EC26}"/>
          </ac:graphicFrameMkLst>
        </pc:graphicFrameChg>
        <pc:graphicFrameChg chg="mod">
          <ac:chgData name="Joel Silva" userId="b0c5e3c40c886828" providerId="LiveId" clId="{2095FDFE-0713-463E-A99A-7FA7B1721BE0}" dt="2026-04-06T17:20:48.751" v="493"/>
          <ac:graphicFrameMkLst>
            <pc:docMk/>
            <pc:sldMk cId="4163034286" sldId="280"/>
            <ac:graphicFrameMk id="15" creationId="{DCC9677D-1A67-6EFF-645C-FB20B7FF0E6B}"/>
          </ac:graphicFrameMkLst>
        </pc:graphicFrameChg>
      </pc:sldChg>
      <pc:sldChg chg="addSp delSp modSp add del mod setBg">
        <pc:chgData name="Joel Silva" userId="b0c5e3c40c886828" providerId="LiveId" clId="{2095FDFE-0713-463E-A99A-7FA7B1721BE0}" dt="2026-04-06T17:30:14.639" v="801" actId="47"/>
        <pc:sldMkLst>
          <pc:docMk/>
          <pc:sldMk cId="2831787025" sldId="281"/>
        </pc:sldMkLst>
        <pc:spChg chg="mod">
          <ac:chgData name="Joel Silva" userId="b0c5e3c40c886828" providerId="LiveId" clId="{2095FDFE-0713-463E-A99A-7FA7B1721BE0}" dt="2026-04-06T17:29:19.141" v="790" actId="26606"/>
          <ac:spMkLst>
            <pc:docMk/>
            <pc:sldMk cId="2831787025" sldId="281"/>
            <ac:spMk id="2" creationId="{B315C22E-7CAA-567E-BA5B-F95F175EE02F}"/>
          </ac:spMkLst>
        </pc:spChg>
        <pc:spChg chg="add del mod">
          <ac:chgData name="Joel Silva" userId="b0c5e3c40c886828" providerId="LiveId" clId="{2095FDFE-0713-463E-A99A-7FA7B1721BE0}" dt="2026-04-06T17:22:52.771" v="546" actId="478"/>
          <ac:spMkLst>
            <pc:docMk/>
            <pc:sldMk cId="2831787025" sldId="281"/>
            <ac:spMk id="4" creationId="{771F54F7-35F7-64A3-3BB5-A2D6F12ADFDE}"/>
          </ac:spMkLst>
        </pc:spChg>
        <pc:spChg chg="add del mod">
          <ac:chgData name="Joel Silva" userId="b0c5e3c40c886828" providerId="LiveId" clId="{2095FDFE-0713-463E-A99A-7FA7B1721BE0}" dt="2026-04-06T17:23:21.552" v="549" actId="478"/>
          <ac:spMkLst>
            <pc:docMk/>
            <pc:sldMk cId="2831787025" sldId="281"/>
            <ac:spMk id="6" creationId="{5C1B7312-2CD8-282C-ECA7-610A4BE19FA5}"/>
          </ac:spMkLst>
        </pc:spChg>
        <pc:spChg chg="add del mod">
          <ac:chgData name="Joel Silva" userId="b0c5e3c40c886828" providerId="LiveId" clId="{2095FDFE-0713-463E-A99A-7FA7B1721BE0}" dt="2026-04-06T17:23:21.552" v="549" actId="478"/>
          <ac:spMkLst>
            <pc:docMk/>
            <pc:sldMk cId="2831787025" sldId="281"/>
            <ac:spMk id="8" creationId="{152DCF0E-73CC-90C3-3F39-6C916D148424}"/>
          </ac:spMkLst>
        </pc:spChg>
        <pc:spChg chg="add del mod">
          <ac:chgData name="Joel Silva" userId="b0c5e3c40c886828" providerId="LiveId" clId="{2095FDFE-0713-463E-A99A-7FA7B1721BE0}" dt="2026-04-06T17:23:21.552" v="549" actId="478"/>
          <ac:spMkLst>
            <pc:docMk/>
            <pc:sldMk cId="2831787025" sldId="281"/>
            <ac:spMk id="12" creationId="{108F56C6-A7ED-E2EB-4424-98D29A244D39}"/>
          </ac:spMkLst>
        </pc:spChg>
        <pc:spChg chg="add del mod">
          <ac:chgData name="Joel Silva" userId="b0c5e3c40c886828" providerId="LiveId" clId="{2095FDFE-0713-463E-A99A-7FA7B1721BE0}" dt="2026-04-06T17:23:21.552" v="549" actId="478"/>
          <ac:spMkLst>
            <pc:docMk/>
            <pc:sldMk cId="2831787025" sldId="281"/>
            <ac:spMk id="16" creationId="{5D7D7EAC-CABF-078E-6212-7EFFABA1484C}"/>
          </ac:spMkLst>
        </pc:spChg>
        <pc:spChg chg="add del mod">
          <ac:chgData name="Joel Silva" userId="b0c5e3c40c886828" providerId="LiveId" clId="{2095FDFE-0713-463E-A99A-7FA7B1721BE0}" dt="2026-04-06T17:23:21.552" v="549" actId="478"/>
          <ac:spMkLst>
            <pc:docMk/>
            <pc:sldMk cId="2831787025" sldId="281"/>
            <ac:spMk id="17" creationId="{D66483BF-AF4D-7CF8-7F86-19D18A2B433A}"/>
          </ac:spMkLst>
        </pc:spChg>
        <pc:spChg chg="add del mod">
          <ac:chgData name="Joel Silva" userId="b0c5e3c40c886828" providerId="LiveId" clId="{2095FDFE-0713-463E-A99A-7FA7B1721BE0}" dt="2026-04-06T17:23:21.552" v="549" actId="478"/>
          <ac:spMkLst>
            <pc:docMk/>
            <pc:sldMk cId="2831787025" sldId="281"/>
            <ac:spMk id="19" creationId="{8CE4E3BE-A8D9-1184-34C1-4FCB7329211A}"/>
          </ac:spMkLst>
        </pc:spChg>
        <pc:spChg chg="add del mod">
          <ac:chgData name="Joel Silva" userId="b0c5e3c40c886828" providerId="LiveId" clId="{2095FDFE-0713-463E-A99A-7FA7B1721BE0}" dt="2026-04-06T17:23:21.552" v="549" actId="478"/>
          <ac:spMkLst>
            <pc:docMk/>
            <pc:sldMk cId="2831787025" sldId="281"/>
            <ac:spMk id="24" creationId="{83800B54-AED6-C4D7-A7A4-33DC596E873D}"/>
          </ac:spMkLst>
        </pc:spChg>
        <pc:spChg chg="add del mod">
          <ac:chgData name="Joel Silva" userId="b0c5e3c40c886828" providerId="LiveId" clId="{2095FDFE-0713-463E-A99A-7FA7B1721BE0}" dt="2026-04-06T17:23:21.552" v="549" actId="478"/>
          <ac:spMkLst>
            <pc:docMk/>
            <pc:sldMk cId="2831787025" sldId="281"/>
            <ac:spMk id="25" creationId="{BBD4BB60-DBBE-4BFA-20C8-B7FCB5FD1F95}"/>
          </ac:spMkLst>
        </pc:spChg>
        <pc:spChg chg="add del mod">
          <ac:chgData name="Joel Silva" userId="b0c5e3c40c886828" providerId="LiveId" clId="{2095FDFE-0713-463E-A99A-7FA7B1721BE0}" dt="2026-04-06T17:23:21.552" v="549" actId="478"/>
          <ac:spMkLst>
            <pc:docMk/>
            <pc:sldMk cId="2831787025" sldId="281"/>
            <ac:spMk id="26" creationId="{C21AD715-E079-9DBE-E99C-C1F3AEB7EB2C}"/>
          </ac:spMkLst>
        </pc:spChg>
        <pc:spChg chg="add del mod">
          <ac:chgData name="Joel Silva" userId="b0c5e3c40c886828" providerId="LiveId" clId="{2095FDFE-0713-463E-A99A-7FA7B1721BE0}" dt="2026-04-06T17:23:21.552" v="549" actId="478"/>
          <ac:spMkLst>
            <pc:docMk/>
            <pc:sldMk cId="2831787025" sldId="281"/>
            <ac:spMk id="28" creationId="{19AA9446-0BA3-D6FC-BE90-D5051620D665}"/>
          </ac:spMkLst>
        </pc:spChg>
        <pc:spChg chg="add">
          <ac:chgData name="Joel Silva" userId="b0c5e3c40c886828" providerId="LiveId" clId="{2095FDFE-0713-463E-A99A-7FA7B1721BE0}" dt="2026-04-06T17:29:19.141" v="790" actId="26606"/>
          <ac:spMkLst>
            <pc:docMk/>
            <pc:sldMk cId="2831787025" sldId="281"/>
            <ac:spMk id="35" creationId="{6DA9942F-A18C-9E9D-BF08-9291C54E1CC4}"/>
          </ac:spMkLst>
        </pc:spChg>
        <pc:spChg chg="add del">
          <ac:chgData name="Joel Silva" userId="b0c5e3c40c886828" providerId="LiveId" clId="{2095FDFE-0713-463E-A99A-7FA7B1721BE0}" dt="2026-04-06T17:28:51.900" v="782" actId="26606"/>
          <ac:spMkLst>
            <pc:docMk/>
            <pc:sldMk cId="2831787025" sldId="281"/>
            <ac:spMk id="38" creationId="{6DA9942F-A18C-9E9D-BF08-9291C54E1CC4}"/>
          </ac:spMkLst>
        </pc:spChg>
        <pc:graphicFrameChg chg="del">
          <ac:chgData name="Joel Silva" userId="b0c5e3c40c886828" providerId="LiveId" clId="{2095FDFE-0713-463E-A99A-7FA7B1721BE0}" dt="2026-04-06T17:22:48.621" v="545" actId="478"/>
          <ac:graphicFrameMkLst>
            <pc:docMk/>
            <pc:sldMk cId="2831787025" sldId="281"/>
            <ac:graphicFrameMk id="15" creationId="{2432CF93-CFBA-1243-D96E-E9A854B69AA9}"/>
          </ac:graphicFrameMkLst>
        </pc:graphicFrameChg>
        <pc:graphicFrameChg chg="add mod modGraphic">
          <ac:chgData name="Joel Silva" userId="b0c5e3c40c886828" providerId="LiveId" clId="{2095FDFE-0713-463E-A99A-7FA7B1721BE0}" dt="2026-04-06T17:29:19.141" v="790" actId="26606"/>
          <ac:graphicFrameMkLst>
            <pc:docMk/>
            <pc:sldMk cId="2831787025" sldId="281"/>
            <ac:graphicFrameMk id="33" creationId="{7EC0426C-AD16-9DDD-E2FB-6CF77F27B034}"/>
          </ac:graphicFrameMkLst>
        </pc:graphicFrameChg>
      </pc:sldChg>
      <pc:sldChg chg="addSp delSp modSp add mod setBg">
        <pc:chgData name="Joel Silva" userId="b0c5e3c40c886828" providerId="LiveId" clId="{2095FDFE-0713-463E-A99A-7FA7B1721BE0}" dt="2026-04-06T17:30:02.564" v="800" actId="14734"/>
        <pc:sldMkLst>
          <pc:docMk/>
          <pc:sldMk cId="4196563054" sldId="282"/>
        </pc:sldMkLst>
        <pc:spChg chg="mod">
          <ac:chgData name="Joel Silva" userId="b0c5e3c40c886828" providerId="LiveId" clId="{2095FDFE-0713-463E-A99A-7FA7B1721BE0}" dt="2026-04-06T17:29:13.625" v="789" actId="26606"/>
          <ac:spMkLst>
            <pc:docMk/>
            <pc:sldMk cId="4196563054" sldId="282"/>
            <ac:spMk id="2" creationId="{47785905-072E-1A53-76D0-63F879D58271}"/>
          </ac:spMkLst>
        </pc:spChg>
        <pc:spChg chg="add del">
          <ac:chgData name="Joel Silva" userId="b0c5e3c40c886828" providerId="LiveId" clId="{2095FDFE-0713-463E-A99A-7FA7B1721BE0}" dt="2026-04-06T17:29:30.502" v="793" actId="22"/>
          <ac:spMkLst>
            <pc:docMk/>
            <pc:sldMk cId="4196563054" sldId="282"/>
            <ac:spMk id="4" creationId="{44F875B9-AE59-A07B-82FD-7D963B59FA7E}"/>
          </ac:spMkLst>
        </pc:spChg>
        <pc:spChg chg="add del">
          <ac:chgData name="Joel Silva" userId="b0c5e3c40c886828" providerId="LiveId" clId="{2095FDFE-0713-463E-A99A-7FA7B1721BE0}" dt="2026-04-06T17:29:08.349" v="785" actId="26606"/>
          <ac:spMkLst>
            <pc:docMk/>
            <pc:sldMk cId="4196563054" sldId="282"/>
            <ac:spMk id="38" creationId="{6DA9942F-A18C-9E9D-BF08-9291C54E1CC4}"/>
          </ac:spMkLst>
        </pc:spChg>
        <pc:spChg chg="add del">
          <ac:chgData name="Joel Silva" userId="b0c5e3c40c886828" providerId="LiveId" clId="{2095FDFE-0713-463E-A99A-7FA7B1721BE0}" dt="2026-04-06T17:29:09.067" v="787" actId="26606"/>
          <ac:spMkLst>
            <pc:docMk/>
            <pc:sldMk cId="4196563054" sldId="282"/>
            <ac:spMk id="40" creationId="{14D27876-614E-CCD5-5142-A650DBF0B099}"/>
          </ac:spMkLst>
        </pc:spChg>
        <pc:spChg chg="add del">
          <ac:chgData name="Joel Silva" userId="b0c5e3c40c886828" providerId="LiveId" clId="{2095FDFE-0713-463E-A99A-7FA7B1721BE0}" dt="2026-04-06T17:29:13.625" v="789" actId="26606"/>
          <ac:spMkLst>
            <pc:docMk/>
            <pc:sldMk cId="4196563054" sldId="282"/>
            <ac:spMk id="42" creationId="{9B65F7F7-2FCE-8F01-53DE-15C39342BE99}"/>
          </ac:spMkLst>
        </pc:spChg>
        <pc:graphicFrameChg chg="add mod modGraphic">
          <ac:chgData name="Joel Silva" userId="b0c5e3c40c886828" providerId="LiveId" clId="{2095FDFE-0713-463E-A99A-7FA7B1721BE0}" dt="2026-04-06T17:30:02.564" v="800" actId="14734"/>
          <ac:graphicFrameMkLst>
            <pc:docMk/>
            <pc:sldMk cId="4196563054" sldId="282"/>
            <ac:graphicFrameMk id="5" creationId="{BEC7F328-5CDC-D1F1-7C66-9042D63DF78A}"/>
          </ac:graphicFrameMkLst>
        </pc:graphicFrameChg>
        <pc:graphicFrameChg chg="add del mod modGraphic">
          <ac:chgData name="Joel Silva" userId="b0c5e3c40c886828" providerId="LiveId" clId="{2095FDFE-0713-463E-A99A-7FA7B1721BE0}" dt="2026-04-06T17:29:28.853" v="791" actId="478"/>
          <ac:graphicFrameMkLst>
            <pc:docMk/>
            <pc:sldMk cId="4196563054" sldId="282"/>
            <ac:graphicFrameMk id="33" creationId="{13EFD809-C646-9820-739B-3D1F039B9A9A}"/>
          </ac:graphicFrameMkLst>
        </pc:graphicFrameChg>
      </pc:sldChg>
      <pc:sldChg chg="addSp modSp add mod">
        <pc:chgData name="Joel Silva" userId="b0c5e3c40c886828" providerId="LiveId" clId="{2095FDFE-0713-463E-A99A-7FA7B1721BE0}" dt="2026-04-06T19:00:19.690" v="878" actId="6549"/>
        <pc:sldMkLst>
          <pc:docMk/>
          <pc:sldMk cId="2934768966" sldId="283"/>
        </pc:sldMkLst>
        <pc:spChg chg="mod">
          <ac:chgData name="Joel Silva" userId="b0c5e3c40c886828" providerId="LiveId" clId="{2095FDFE-0713-463E-A99A-7FA7B1721BE0}" dt="2026-04-06T18:53:20.551" v="815" actId="20577"/>
          <ac:spMkLst>
            <pc:docMk/>
            <pc:sldMk cId="2934768966" sldId="283"/>
            <ac:spMk id="2" creationId="{96407B50-E207-6E69-4F94-FB4562E71795}"/>
          </ac:spMkLst>
        </pc:spChg>
        <pc:spChg chg="mod">
          <ac:chgData name="Joel Silva" userId="b0c5e3c40c886828" providerId="LiveId" clId="{2095FDFE-0713-463E-A99A-7FA7B1721BE0}" dt="2026-04-06T19:00:19.690" v="878" actId="6549"/>
          <ac:spMkLst>
            <pc:docMk/>
            <pc:sldMk cId="2934768966" sldId="283"/>
            <ac:spMk id="3" creationId="{FADEC08A-59A7-1203-3E50-725954ABDB5D}"/>
          </ac:spMkLst>
        </pc:spChg>
        <pc:spChg chg="add">
          <ac:chgData name="Joel Silva" userId="b0c5e3c40c886828" providerId="LiveId" clId="{2095FDFE-0713-463E-A99A-7FA7B1721BE0}" dt="2026-04-06T18:57:04.994" v="844"/>
          <ac:spMkLst>
            <pc:docMk/>
            <pc:sldMk cId="2934768966" sldId="283"/>
            <ac:spMk id="4" creationId="{B27A4C8B-DFA2-509E-036A-CF8B47BCF56F}"/>
          </ac:spMkLst>
        </pc:spChg>
        <pc:spChg chg="add">
          <ac:chgData name="Joel Silva" userId="b0c5e3c40c886828" providerId="LiveId" clId="{2095FDFE-0713-463E-A99A-7FA7B1721BE0}" dt="2026-04-06T18:57:11.049" v="846"/>
          <ac:spMkLst>
            <pc:docMk/>
            <pc:sldMk cId="2934768966" sldId="283"/>
            <ac:spMk id="5" creationId="{09FE5F54-8D7E-5575-10BE-D84490EC44AA}"/>
          </ac:spMkLst>
        </pc:spChg>
        <pc:spChg chg="add">
          <ac:chgData name="Joel Silva" userId="b0c5e3c40c886828" providerId="LiveId" clId="{2095FDFE-0713-463E-A99A-7FA7B1721BE0}" dt="2026-04-06T18:57:27.861" v="848"/>
          <ac:spMkLst>
            <pc:docMk/>
            <pc:sldMk cId="2934768966" sldId="283"/>
            <ac:spMk id="6" creationId="{C2DDD6D0-F4F6-9328-F114-2E822F8E5ACA}"/>
          </ac:spMkLst>
        </pc:spChg>
        <pc:spChg chg="add mod">
          <ac:chgData name="Joel Silva" userId="b0c5e3c40c886828" providerId="LiveId" clId="{2095FDFE-0713-463E-A99A-7FA7B1721BE0}" dt="2026-04-06T18:57:35.458" v="853"/>
          <ac:spMkLst>
            <pc:docMk/>
            <pc:sldMk cId="2934768966" sldId="283"/>
            <ac:spMk id="7" creationId="{0E85545A-C98E-9337-8220-DDBE716DCBC6}"/>
          </ac:spMkLst>
        </pc:spChg>
        <pc:spChg chg="add">
          <ac:chgData name="Joel Silva" userId="b0c5e3c40c886828" providerId="LiveId" clId="{2095FDFE-0713-463E-A99A-7FA7B1721BE0}" dt="2026-04-06T18:57:38.578" v="855"/>
          <ac:spMkLst>
            <pc:docMk/>
            <pc:sldMk cId="2934768966" sldId="283"/>
            <ac:spMk id="8" creationId="{C553468A-686E-DBFF-001C-90D4F6E31A3C}"/>
          </ac:spMkLst>
        </pc:spChg>
      </pc:sldChg>
      <pc:sldChg chg="modSp add mod">
        <pc:chgData name="Joel Silva" userId="b0c5e3c40c886828" providerId="LiveId" clId="{2095FDFE-0713-463E-A99A-7FA7B1721BE0}" dt="2026-04-06T19:05:27.205" v="887" actId="6549"/>
        <pc:sldMkLst>
          <pc:docMk/>
          <pc:sldMk cId="293423388" sldId="284"/>
        </pc:sldMkLst>
        <pc:spChg chg="mod">
          <ac:chgData name="Joel Silva" userId="b0c5e3c40c886828" providerId="LiveId" clId="{2095FDFE-0713-463E-A99A-7FA7B1721BE0}" dt="2026-04-06T18:53:35.421" v="828" actId="20577"/>
          <ac:spMkLst>
            <pc:docMk/>
            <pc:sldMk cId="293423388" sldId="284"/>
            <ac:spMk id="2" creationId="{370373ED-4BE2-90BC-87F0-21390BE7DD50}"/>
          </ac:spMkLst>
        </pc:spChg>
        <pc:spChg chg="mod">
          <ac:chgData name="Joel Silva" userId="b0c5e3c40c886828" providerId="LiveId" clId="{2095FDFE-0713-463E-A99A-7FA7B1721BE0}" dt="2026-04-06T19:05:27.205" v="887" actId="6549"/>
          <ac:spMkLst>
            <pc:docMk/>
            <pc:sldMk cId="293423388" sldId="284"/>
            <ac:spMk id="3" creationId="{BBB9C9A6-5363-A3BC-03EA-0C5FCA3599D3}"/>
          </ac:spMkLst>
        </pc:spChg>
      </pc:sldChg>
      <pc:sldChg chg="modSp add mod">
        <pc:chgData name="Joel Silva" userId="b0c5e3c40c886828" providerId="LiveId" clId="{2095FDFE-0713-463E-A99A-7FA7B1721BE0}" dt="2026-04-06T19:01:46.231" v="886" actId="255"/>
        <pc:sldMkLst>
          <pc:docMk/>
          <pc:sldMk cId="4287850063" sldId="285"/>
        </pc:sldMkLst>
        <pc:spChg chg="mod">
          <ac:chgData name="Joel Silva" userId="b0c5e3c40c886828" providerId="LiveId" clId="{2095FDFE-0713-463E-A99A-7FA7B1721BE0}" dt="2026-04-06T18:53:47.039" v="843" actId="20577"/>
          <ac:spMkLst>
            <pc:docMk/>
            <pc:sldMk cId="4287850063" sldId="285"/>
            <ac:spMk id="2" creationId="{2363FC9A-A220-CC8D-ABF0-46F58631D9AC}"/>
          </ac:spMkLst>
        </pc:spChg>
        <pc:spChg chg="mod">
          <ac:chgData name="Joel Silva" userId="b0c5e3c40c886828" providerId="LiveId" clId="{2095FDFE-0713-463E-A99A-7FA7B1721BE0}" dt="2026-04-06T19:01:46.231" v="886" actId="255"/>
          <ac:spMkLst>
            <pc:docMk/>
            <pc:sldMk cId="4287850063" sldId="285"/>
            <ac:spMk id="3" creationId="{FBC01F9B-0A6B-08AC-6098-4A5E1F8C69D0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822749A-B741-4063-89DD-01F75BB307C6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A172C2A-6A65-454B-A886-F190C27CCF4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t-BR"/>
            <a:t>Patient Management</a:t>
          </a:r>
          <a:endParaRPr lang="en-US"/>
        </a:p>
      </dgm:t>
    </dgm:pt>
    <dgm:pt modelId="{E0F638D5-938B-4F90-AD0A-710B3AA5EFAF}" type="parTrans" cxnId="{BACAF8E7-0059-4C8D-9532-A91B4C5230B8}">
      <dgm:prSet/>
      <dgm:spPr/>
      <dgm:t>
        <a:bodyPr/>
        <a:lstStyle/>
        <a:p>
          <a:endParaRPr lang="en-US"/>
        </a:p>
      </dgm:t>
    </dgm:pt>
    <dgm:pt modelId="{DA212505-3362-4D56-A73E-DF36419A294D}" type="sibTrans" cxnId="{BACAF8E7-0059-4C8D-9532-A91B4C5230B8}">
      <dgm:prSet/>
      <dgm:spPr/>
      <dgm:t>
        <a:bodyPr/>
        <a:lstStyle/>
        <a:p>
          <a:endParaRPr lang="en-US"/>
        </a:p>
      </dgm:t>
    </dgm:pt>
    <dgm:pt modelId="{B87CB3FC-4C29-40BE-B9BD-A42D3B9E9A6E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Register, </a:t>
          </a:r>
          <a:r>
            <a:rPr lang="pt-BR" dirty="0" err="1"/>
            <a:t>retrieve</a:t>
          </a:r>
          <a:r>
            <a:rPr lang="pt-BR" dirty="0"/>
            <a:t>, update, delete </a:t>
          </a:r>
          <a:r>
            <a:rPr lang="pt-BR" dirty="0" err="1"/>
            <a:t>patients</a:t>
          </a:r>
          <a:endParaRPr lang="en-US" dirty="0"/>
        </a:p>
      </dgm:t>
    </dgm:pt>
    <dgm:pt modelId="{EACDF17A-6305-4DDE-9965-618CD4472BAE}" type="parTrans" cxnId="{0EE092C7-2A44-45E8-8679-82BCAA12E9DC}">
      <dgm:prSet/>
      <dgm:spPr/>
      <dgm:t>
        <a:bodyPr/>
        <a:lstStyle/>
        <a:p>
          <a:endParaRPr lang="en-US"/>
        </a:p>
      </dgm:t>
    </dgm:pt>
    <dgm:pt modelId="{9F14CF6F-4E36-4C75-82D4-AD27D087A4F8}" type="sibTrans" cxnId="{0EE092C7-2A44-45E8-8679-82BCAA12E9DC}">
      <dgm:prSet/>
      <dgm:spPr/>
      <dgm:t>
        <a:bodyPr/>
        <a:lstStyle/>
        <a:p>
          <a:endParaRPr lang="en-US"/>
        </a:p>
      </dgm:t>
    </dgm:pt>
    <dgm:pt modelId="{5CBAA8A8-CE27-4381-A75C-C9E0901CC73D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Search and filter patient records</a:t>
          </a:r>
          <a:endParaRPr lang="en-US"/>
        </a:p>
      </dgm:t>
    </dgm:pt>
    <dgm:pt modelId="{E03ED375-46E7-4D34-B9E7-A1684E86069E}" type="parTrans" cxnId="{E1314CA0-8001-4D43-AF01-DB06F6ABA332}">
      <dgm:prSet/>
      <dgm:spPr/>
      <dgm:t>
        <a:bodyPr/>
        <a:lstStyle/>
        <a:p>
          <a:endParaRPr lang="en-US"/>
        </a:p>
      </dgm:t>
    </dgm:pt>
    <dgm:pt modelId="{BAC6CD74-78C5-499E-96E4-C86ED6AFAC2A}" type="sibTrans" cxnId="{E1314CA0-8001-4D43-AF01-DB06F6ABA332}">
      <dgm:prSet/>
      <dgm:spPr/>
      <dgm:t>
        <a:bodyPr/>
        <a:lstStyle/>
        <a:p>
          <a:endParaRPr lang="en-US"/>
        </a:p>
      </dgm:t>
    </dgm:pt>
    <dgm:pt modelId="{B4F34091-864D-40B7-9703-57FC8DEF6A0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t-BR"/>
            <a:t>Doctor Management</a:t>
          </a:r>
          <a:endParaRPr lang="en-US" dirty="0"/>
        </a:p>
      </dgm:t>
    </dgm:pt>
    <dgm:pt modelId="{16389C6C-90B5-42E8-8EC1-74F2BFF405B9}" type="parTrans" cxnId="{B1995DF2-062B-4360-970D-4A83C0804EDC}">
      <dgm:prSet/>
      <dgm:spPr/>
      <dgm:t>
        <a:bodyPr/>
        <a:lstStyle/>
        <a:p>
          <a:endParaRPr lang="en-US"/>
        </a:p>
      </dgm:t>
    </dgm:pt>
    <dgm:pt modelId="{0F588614-F8E6-41A2-AC15-8A55F84DEDD0}" type="sibTrans" cxnId="{B1995DF2-062B-4360-970D-4A83C0804EDC}">
      <dgm:prSet/>
      <dgm:spPr/>
      <dgm:t>
        <a:bodyPr/>
        <a:lstStyle/>
        <a:p>
          <a:endParaRPr lang="en-US"/>
        </a:p>
      </dgm:t>
    </dgm:pt>
    <dgm:pt modelId="{2D775117-0F2F-424A-A653-C06663B1E4E2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CRUD operations for doctor profiles</a:t>
          </a:r>
          <a:endParaRPr lang="en-US"/>
        </a:p>
      </dgm:t>
    </dgm:pt>
    <dgm:pt modelId="{AC68AF01-60EF-4058-93B4-A7F0400E68F6}" type="parTrans" cxnId="{D5FDF1C4-FA14-443E-9AF7-7FEC7CA6745D}">
      <dgm:prSet/>
      <dgm:spPr/>
      <dgm:t>
        <a:bodyPr/>
        <a:lstStyle/>
        <a:p>
          <a:endParaRPr lang="en-US"/>
        </a:p>
      </dgm:t>
    </dgm:pt>
    <dgm:pt modelId="{52410E43-C62A-49DE-81FE-062213F2DE0B}" type="sibTrans" cxnId="{D5FDF1C4-FA14-443E-9AF7-7FEC7CA6745D}">
      <dgm:prSet/>
      <dgm:spPr/>
      <dgm:t>
        <a:bodyPr/>
        <a:lstStyle/>
        <a:p>
          <a:endParaRPr lang="en-US"/>
        </a:p>
      </dgm:t>
    </dgm:pt>
    <dgm:pt modelId="{3AE26FA1-9CE0-4B73-959A-4D3D4B6F1E4F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Search by name, email, or specialty</a:t>
          </a:r>
          <a:endParaRPr lang="en-US"/>
        </a:p>
      </dgm:t>
    </dgm:pt>
    <dgm:pt modelId="{4F3BB9EF-4970-4886-AD2C-2B4C8771B8D0}" type="parTrans" cxnId="{414211AB-3AC2-4462-AAAA-061978B50EC7}">
      <dgm:prSet/>
      <dgm:spPr/>
      <dgm:t>
        <a:bodyPr/>
        <a:lstStyle/>
        <a:p>
          <a:endParaRPr lang="en-US"/>
        </a:p>
      </dgm:t>
    </dgm:pt>
    <dgm:pt modelId="{FF3C4F1B-534A-4FBA-A7E8-503FED300204}" type="sibTrans" cxnId="{414211AB-3AC2-4462-AAAA-061978B50EC7}">
      <dgm:prSet/>
      <dgm:spPr/>
      <dgm:t>
        <a:bodyPr/>
        <a:lstStyle/>
        <a:p>
          <a:endParaRPr lang="en-US"/>
        </a:p>
      </dgm:t>
    </dgm:pt>
    <dgm:pt modelId="{9BA4564A-9BCB-4081-8FC0-2213A87F1AE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t-BR"/>
            <a:t>Appointment Management</a:t>
          </a:r>
          <a:endParaRPr lang="en-US"/>
        </a:p>
      </dgm:t>
    </dgm:pt>
    <dgm:pt modelId="{C945C847-012F-40AB-9924-8953004B49E5}" type="parTrans" cxnId="{E6D11BF4-4940-4D24-B598-3F567239ECC9}">
      <dgm:prSet/>
      <dgm:spPr/>
      <dgm:t>
        <a:bodyPr/>
        <a:lstStyle/>
        <a:p>
          <a:endParaRPr lang="en-US"/>
        </a:p>
      </dgm:t>
    </dgm:pt>
    <dgm:pt modelId="{1E13C1DF-B946-47FA-A469-AEB1FD11568D}" type="sibTrans" cxnId="{E6D11BF4-4940-4D24-B598-3F567239ECC9}">
      <dgm:prSet/>
      <dgm:spPr/>
      <dgm:t>
        <a:bodyPr/>
        <a:lstStyle/>
        <a:p>
          <a:endParaRPr lang="en-US"/>
        </a:p>
      </dgm:t>
    </dgm:pt>
    <dgm:pt modelId="{EC450CEB-C5C1-473C-9F57-14C8FAB6F23D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Schedule, update, cancel, and delete appointments</a:t>
          </a:r>
          <a:endParaRPr lang="en-US"/>
        </a:p>
      </dgm:t>
    </dgm:pt>
    <dgm:pt modelId="{C103A897-A934-4712-AC5A-8094E4EC02E6}" type="parTrans" cxnId="{86AAB2B6-DE06-48DC-9A37-EFF7FC0EAAB4}">
      <dgm:prSet/>
      <dgm:spPr/>
      <dgm:t>
        <a:bodyPr/>
        <a:lstStyle/>
        <a:p>
          <a:endParaRPr lang="en-US"/>
        </a:p>
      </dgm:t>
    </dgm:pt>
    <dgm:pt modelId="{B18BCE04-6218-49E7-B457-67CEA55D7929}" type="sibTrans" cxnId="{86AAB2B6-DE06-48DC-9A37-EFF7FC0EAAB4}">
      <dgm:prSet/>
      <dgm:spPr/>
      <dgm:t>
        <a:bodyPr/>
        <a:lstStyle/>
        <a:p>
          <a:endParaRPr lang="en-US"/>
        </a:p>
      </dgm:t>
    </dgm:pt>
    <dgm:pt modelId="{14F345C6-2A04-42AA-A8DC-F959E7FB8F47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Filter by status, date, and doctor</a:t>
          </a:r>
          <a:endParaRPr lang="en-US"/>
        </a:p>
      </dgm:t>
    </dgm:pt>
    <dgm:pt modelId="{753D135E-E062-4BE0-8A8C-8AEDDE379B1A}" type="parTrans" cxnId="{39C5FE25-3E2E-4065-A04F-133D78C1B14C}">
      <dgm:prSet/>
      <dgm:spPr/>
      <dgm:t>
        <a:bodyPr/>
        <a:lstStyle/>
        <a:p>
          <a:endParaRPr lang="en-US"/>
        </a:p>
      </dgm:t>
    </dgm:pt>
    <dgm:pt modelId="{B74D3C9C-E487-44FC-8BFD-1D8D838E00E0}" type="sibTrans" cxnId="{39C5FE25-3E2E-4065-A04F-133D78C1B14C}">
      <dgm:prSet/>
      <dgm:spPr/>
      <dgm:t>
        <a:bodyPr/>
        <a:lstStyle/>
        <a:p>
          <a:endParaRPr lang="en-US"/>
        </a:p>
      </dgm:t>
    </dgm:pt>
    <dgm:pt modelId="{99010D06-F63F-4AFB-9DF2-D532C0323192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Support full appointment lifecycle (Scheduled → Confirmed → Completed/Cancelled)</a:t>
          </a:r>
          <a:endParaRPr lang="en-US"/>
        </a:p>
      </dgm:t>
    </dgm:pt>
    <dgm:pt modelId="{8695B6C5-19BE-4DF4-86A4-0DAA81566BCC}" type="parTrans" cxnId="{02062423-D966-4F76-B43C-5B06DC40A380}">
      <dgm:prSet/>
      <dgm:spPr/>
      <dgm:t>
        <a:bodyPr/>
        <a:lstStyle/>
        <a:p>
          <a:endParaRPr lang="en-US"/>
        </a:p>
      </dgm:t>
    </dgm:pt>
    <dgm:pt modelId="{8B4D874E-0494-499F-8912-E1B45FA4214A}" type="sibTrans" cxnId="{02062423-D966-4F76-B43C-5B06DC40A380}">
      <dgm:prSet/>
      <dgm:spPr/>
      <dgm:t>
        <a:bodyPr/>
        <a:lstStyle/>
        <a:p>
          <a:endParaRPr lang="en-US"/>
        </a:p>
      </dgm:t>
    </dgm:pt>
    <dgm:pt modelId="{B58AADDE-4922-4D02-9F1A-C733FDD895E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/>
            <a:t>Authentication/ User Management</a:t>
          </a:r>
          <a:endParaRPr lang="pt-BR" dirty="0"/>
        </a:p>
      </dgm:t>
    </dgm:pt>
    <dgm:pt modelId="{B98B20C0-FDAB-44AA-9464-FF78E3FC5369}" type="parTrans" cxnId="{982D1F20-D8B1-44FD-A80C-D94EC647C973}">
      <dgm:prSet/>
      <dgm:spPr/>
      <dgm:t>
        <a:bodyPr/>
        <a:lstStyle/>
        <a:p>
          <a:endParaRPr lang="pt-BR"/>
        </a:p>
      </dgm:t>
    </dgm:pt>
    <dgm:pt modelId="{CE23DBD8-27EA-4839-B1A9-6812DC2DE0DA}" type="sibTrans" cxnId="{982D1F20-D8B1-44FD-A80C-D94EC647C973}">
      <dgm:prSet/>
      <dgm:spPr/>
      <dgm:t>
        <a:bodyPr/>
        <a:lstStyle/>
        <a:p>
          <a:endParaRPr lang="pt-BR"/>
        </a:p>
      </dgm:t>
    </dgm:pt>
    <dgm:pt modelId="{122C43FF-8369-4BF9-8DC6-5069F0301B0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Create / disable users</a:t>
          </a:r>
          <a:endParaRPr lang="pt-BR" dirty="0"/>
        </a:p>
      </dgm:t>
    </dgm:pt>
    <dgm:pt modelId="{87191253-68BA-48C2-853E-927379F84988}" type="parTrans" cxnId="{BACCE24F-7760-4F1D-84F5-421015B2D198}">
      <dgm:prSet/>
      <dgm:spPr/>
      <dgm:t>
        <a:bodyPr/>
        <a:lstStyle/>
        <a:p>
          <a:endParaRPr lang="pt-BR"/>
        </a:p>
      </dgm:t>
    </dgm:pt>
    <dgm:pt modelId="{0CCD009E-CDB1-4D47-BFAE-73ACC7A93817}" type="sibTrans" cxnId="{BACCE24F-7760-4F1D-84F5-421015B2D198}">
      <dgm:prSet/>
      <dgm:spPr/>
      <dgm:t>
        <a:bodyPr/>
        <a:lstStyle/>
        <a:p>
          <a:endParaRPr lang="pt-BR"/>
        </a:p>
      </dgm:t>
    </dgm:pt>
    <dgm:pt modelId="{1958602F-4484-4144-9B33-9B8FEFB3ED4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JWT token</a:t>
          </a:r>
          <a:endParaRPr lang="pt-BR" dirty="0"/>
        </a:p>
      </dgm:t>
    </dgm:pt>
    <dgm:pt modelId="{6F7107AE-A578-4151-85DB-4FFC8ABB6AB0}" type="parTrans" cxnId="{5C7558F8-FD17-46CA-90C8-F54E3684CDCC}">
      <dgm:prSet/>
      <dgm:spPr/>
      <dgm:t>
        <a:bodyPr/>
        <a:lstStyle/>
        <a:p>
          <a:endParaRPr lang="pt-BR"/>
        </a:p>
      </dgm:t>
    </dgm:pt>
    <dgm:pt modelId="{1034F83D-B78B-4655-9732-B19A5F1D6272}" type="sibTrans" cxnId="{5C7558F8-FD17-46CA-90C8-F54E3684CDCC}">
      <dgm:prSet/>
      <dgm:spPr/>
      <dgm:t>
        <a:bodyPr/>
        <a:lstStyle/>
        <a:p>
          <a:endParaRPr lang="pt-BR"/>
        </a:p>
      </dgm:t>
    </dgm:pt>
    <dgm:pt modelId="{E272030D-481D-4A9C-BC19-CE3F4E9A62F1}" type="pres">
      <dgm:prSet presAssocID="{F822749A-B741-4063-89DD-01F75BB307C6}" presName="root" presStyleCnt="0">
        <dgm:presLayoutVars>
          <dgm:dir/>
          <dgm:resizeHandles val="exact"/>
        </dgm:presLayoutVars>
      </dgm:prSet>
      <dgm:spPr/>
    </dgm:pt>
    <dgm:pt modelId="{ABD33AA1-7C0E-4006-A162-0FCAFE2264C0}" type="pres">
      <dgm:prSet presAssocID="{B58AADDE-4922-4D02-9F1A-C733FDD895EF}" presName="compNode" presStyleCnt="0"/>
      <dgm:spPr/>
    </dgm:pt>
    <dgm:pt modelId="{C71ECFD9-AD9C-454D-A194-0EBE8B72FB1E}" type="pres">
      <dgm:prSet presAssocID="{B58AADDE-4922-4D02-9F1A-C733FDD895EF}" presName="iconRect" presStyleLbl="node1" presStyleIdx="0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rachá de funcionário com preenchimento sólido"/>
        </a:ext>
      </dgm:extLst>
    </dgm:pt>
    <dgm:pt modelId="{C71DB486-477C-4D0C-85F5-A0A6E4D66BBD}" type="pres">
      <dgm:prSet presAssocID="{B58AADDE-4922-4D02-9F1A-C733FDD895EF}" presName="iconSpace" presStyleCnt="0"/>
      <dgm:spPr/>
    </dgm:pt>
    <dgm:pt modelId="{5757768C-FB53-404A-96EF-DC024A9611CF}" type="pres">
      <dgm:prSet presAssocID="{B58AADDE-4922-4D02-9F1A-C733FDD895EF}" presName="parTx" presStyleLbl="revTx" presStyleIdx="0" presStyleCnt="8">
        <dgm:presLayoutVars>
          <dgm:chMax val="0"/>
          <dgm:chPref val="0"/>
        </dgm:presLayoutVars>
      </dgm:prSet>
      <dgm:spPr/>
    </dgm:pt>
    <dgm:pt modelId="{EA05A22D-4A42-4973-AE74-614144DF47BE}" type="pres">
      <dgm:prSet presAssocID="{B58AADDE-4922-4D02-9F1A-C733FDD895EF}" presName="txSpace" presStyleCnt="0"/>
      <dgm:spPr/>
    </dgm:pt>
    <dgm:pt modelId="{0A7A08F5-A929-4AAD-917C-8D55B57BBB4C}" type="pres">
      <dgm:prSet presAssocID="{B58AADDE-4922-4D02-9F1A-C733FDD895EF}" presName="desTx" presStyleLbl="revTx" presStyleIdx="1" presStyleCnt="8">
        <dgm:presLayoutVars/>
      </dgm:prSet>
      <dgm:spPr/>
    </dgm:pt>
    <dgm:pt modelId="{696B45BF-8575-4C87-BDCA-C30C4C02BE7F}" type="pres">
      <dgm:prSet presAssocID="{CE23DBD8-27EA-4839-B1A9-6812DC2DE0DA}" presName="sibTrans" presStyleCnt="0"/>
      <dgm:spPr/>
    </dgm:pt>
    <dgm:pt modelId="{809F1106-8ED3-43F8-B637-A246D72F9D63}" type="pres">
      <dgm:prSet presAssocID="{0A172C2A-6A65-454B-A886-F190C27CCF43}" presName="compNode" presStyleCnt="0"/>
      <dgm:spPr/>
    </dgm:pt>
    <dgm:pt modelId="{E943A1DA-8EE5-4069-BB71-B86132C7601E}" type="pres">
      <dgm:prSet presAssocID="{0A172C2A-6A65-454B-A886-F190C27CCF43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ro"/>
        </a:ext>
      </dgm:extLst>
    </dgm:pt>
    <dgm:pt modelId="{1FF53B1E-095B-4336-9752-A0C7124953FA}" type="pres">
      <dgm:prSet presAssocID="{0A172C2A-6A65-454B-A886-F190C27CCF43}" presName="iconSpace" presStyleCnt="0"/>
      <dgm:spPr/>
    </dgm:pt>
    <dgm:pt modelId="{555E4EDD-AC76-4679-84E7-B2AACB28FAE3}" type="pres">
      <dgm:prSet presAssocID="{0A172C2A-6A65-454B-A886-F190C27CCF43}" presName="parTx" presStyleLbl="revTx" presStyleIdx="2" presStyleCnt="8">
        <dgm:presLayoutVars>
          <dgm:chMax val="0"/>
          <dgm:chPref val="0"/>
        </dgm:presLayoutVars>
      </dgm:prSet>
      <dgm:spPr/>
    </dgm:pt>
    <dgm:pt modelId="{DE359D15-828F-4C94-A84D-CBCC00783C8E}" type="pres">
      <dgm:prSet presAssocID="{0A172C2A-6A65-454B-A886-F190C27CCF43}" presName="txSpace" presStyleCnt="0"/>
      <dgm:spPr/>
    </dgm:pt>
    <dgm:pt modelId="{6BA74E72-8F1E-43F0-B54C-F9155BFC253F}" type="pres">
      <dgm:prSet presAssocID="{0A172C2A-6A65-454B-A886-F190C27CCF43}" presName="desTx" presStyleLbl="revTx" presStyleIdx="3" presStyleCnt="8">
        <dgm:presLayoutVars/>
      </dgm:prSet>
      <dgm:spPr/>
    </dgm:pt>
    <dgm:pt modelId="{203A3F36-FF75-4A3A-A3C6-ADBD9DB94BCB}" type="pres">
      <dgm:prSet presAssocID="{DA212505-3362-4D56-A73E-DF36419A294D}" presName="sibTrans" presStyleCnt="0"/>
      <dgm:spPr/>
    </dgm:pt>
    <dgm:pt modelId="{91CA5E95-4C1A-4D5F-B158-9CA13E8EBCAE}" type="pres">
      <dgm:prSet presAssocID="{B4F34091-864D-40B7-9703-57FC8DEF6A05}" presName="compNode" presStyleCnt="0"/>
      <dgm:spPr/>
    </dgm:pt>
    <dgm:pt modelId="{89F04293-6264-4C41-BA50-9AEEAF209C1D}" type="pres">
      <dgm:prSet presAssocID="{B4F34091-864D-40B7-9703-57FC8DEF6A05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stetoscópio"/>
        </a:ext>
      </dgm:extLst>
    </dgm:pt>
    <dgm:pt modelId="{F9651800-5DBC-469C-BC38-78E033236595}" type="pres">
      <dgm:prSet presAssocID="{B4F34091-864D-40B7-9703-57FC8DEF6A05}" presName="iconSpace" presStyleCnt="0"/>
      <dgm:spPr/>
    </dgm:pt>
    <dgm:pt modelId="{73C250ED-E299-4E34-8408-437558357AEA}" type="pres">
      <dgm:prSet presAssocID="{B4F34091-864D-40B7-9703-57FC8DEF6A05}" presName="parTx" presStyleLbl="revTx" presStyleIdx="4" presStyleCnt="8">
        <dgm:presLayoutVars>
          <dgm:chMax val="0"/>
          <dgm:chPref val="0"/>
        </dgm:presLayoutVars>
      </dgm:prSet>
      <dgm:spPr/>
    </dgm:pt>
    <dgm:pt modelId="{6FEE1241-56A0-4B2C-A593-B8ED0EB2B0BB}" type="pres">
      <dgm:prSet presAssocID="{B4F34091-864D-40B7-9703-57FC8DEF6A05}" presName="txSpace" presStyleCnt="0"/>
      <dgm:spPr/>
    </dgm:pt>
    <dgm:pt modelId="{2DB77C52-74D9-460A-BF62-93AE1E360AED}" type="pres">
      <dgm:prSet presAssocID="{B4F34091-864D-40B7-9703-57FC8DEF6A05}" presName="desTx" presStyleLbl="revTx" presStyleIdx="5" presStyleCnt="8">
        <dgm:presLayoutVars/>
      </dgm:prSet>
      <dgm:spPr/>
    </dgm:pt>
    <dgm:pt modelId="{C3E20749-2011-49B7-BDE6-F52CAC1274C3}" type="pres">
      <dgm:prSet presAssocID="{0F588614-F8E6-41A2-AC15-8A55F84DEDD0}" presName="sibTrans" presStyleCnt="0"/>
      <dgm:spPr/>
    </dgm:pt>
    <dgm:pt modelId="{60F6EA1F-80E4-45C4-BE06-D3777FA62C41}" type="pres">
      <dgm:prSet presAssocID="{9BA4564A-9BCB-4081-8FC0-2213A87F1AEF}" presName="compNode" presStyleCnt="0"/>
      <dgm:spPr/>
    </dgm:pt>
    <dgm:pt modelId="{48E343D4-35A5-4507-BA24-5BFEE9A4C97B}" type="pres">
      <dgm:prSet presAssocID="{9BA4564A-9BCB-4081-8FC0-2213A87F1AEF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ip Calendar"/>
        </a:ext>
      </dgm:extLst>
    </dgm:pt>
    <dgm:pt modelId="{01B93672-DEED-4F9D-A0B0-79A2C8D66C0A}" type="pres">
      <dgm:prSet presAssocID="{9BA4564A-9BCB-4081-8FC0-2213A87F1AEF}" presName="iconSpace" presStyleCnt="0"/>
      <dgm:spPr/>
    </dgm:pt>
    <dgm:pt modelId="{020E0C22-6B41-4AC3-88C7-4412AA7F776B}" type="pres">
      <dgm:prSet presAssocID="{9BA4564A-9BCB-4081-8FC0-2213A87F1AEF}" presName="parTx" presStyleLbl="revTx" presStyleIdx="6" presStyleCnt="8">
        <dgm:presLayoutVars>
          <dgm:chMax val="0"/>
          <dgm:chPref val="0"/>
        </dgm:presLayoutVars>
      </dgm:prSet>
      <dgm:spPr/>
    </dgm:pt>
    <dgm:pt modelId="{0C085C6B-0509-4266-95B5-523E5DBFF25D}" type="pres">
      <dgm:prSet presAssocID="{9BA4564A-9BCB-4081-8FC0-2213A87F1AEF}" presName="txSpace" presStyleCnt="0"/>
      <dgm:spPr/>
    </dgm:pt>
    <dgm:pt modelId="{A33CD72C-372E-479E-B75F-8F6C9CB8DA40}" type="pres">
      <dgm:prSet presAssocID="{9BA4564A-9BCB-4081-8FC0-2213A87F1AEF}" presName="desTx" presStyleLbl="revTx" presStyleIdx="7" presStyleCnt="8">
        <dgm:presLayoutVars/>
      </dgm:prSet>
      <dgm:spPr/>
    </dgm:pt>
  </dgm:ptLst>
  <dgm:cxnLst>
    <dgm:cxn modelId="{64336F0E-7E97-4A54-9572-4F51CCAB0824}" type="presOf" srcId="{2D775117-0F2F-424A-A653-C06663B1E4E2}" destId="{2DB77C52-74D9-460A-BF62-93AE1E360AED}" srcOrd="0" destOrd="0" presId="urn:microsoft.com/office/officeart/2018/2/layout/IconLabelDescriptionList"/>
    <dgm:cxn modelId="{44BE4010-74FF-476A-B91A-B080D422C3D6}" type="presOf" srcId="{5CBAA8A8-CE27-4381-A75C-C9E0901CC73D}" destId="{6BA74E72-8F1E-43F0-B54C-F9155BFC253F}" srcOrd="0" destOrd="1" presId="urn:microsoft.com/office/officeart/2018/2/layout/IconLabelDescriptionList"/>
    <dgm:cxn modelId="{982D1F20-D8B1-44FD-A80C-D94EC647C973}" srcId="{F822749A-B741-4063-89DD-01F75BB307C6}" destId="{B58AADDE-4922-4D02-9F1A-C733FDD895EF}" srcOrd="0" destOrd="0" parTransId="{B98B20C0-FDAB-44AA-9464-FF78E3FC5369}" sibTransId="{CE23DBD8-27EA-4839-B1A9-6812DC2DE0DA}"/>
    <dgm:cxn modelId="{02062423-D966-4F76-B43C-5B06DC40A380}" srcId="{9BA4564A-9BCB-4081-8FC0-2213A87F1AEF}" destId="{99010D06-F63F-4AFB-9DF2-D532C0323192}" srcOrd="2" destOrd="0" parTransId="{8695B6C5-19BE-4DF4-86A4-0DAA81566BCC}" sibTransId="{8B4D874E-0494-499F-8912-E1B45FA4214A}"/>
    <dgm:cxn modelId="{39C5FE25-3E2E-4065-A04F-133D78C1B14C}" srcId="{9BA4564A-9BCB-4081-8FC0-2213A87F1AEF}" destId="{14F345C6-2A04-42AA-A8DC-F959E7FB8F47}" srcOrd="1" destOrd="0" parTransId="{753D135E-E062-4BE0-8A8C-8AEDDE379B1A}" sibTransId="{B74D3C9C-E487-44FC-8BFD-1D8D838E00E0}"/>
    <dgm:cxn modelId="{D69C3B40-E5F2-4403-849D-6A94EC40A98C}" type="presOf" srcId="{EC450CEB-C5C1-473C-9F57-14C8FAB6F23D}" destId="{A33CD72C-372E-479E-B75F-8F6C9CB8DA40}" srcOrd="0" destOrd="0" presId="urn:microsoft.com/office/officeart/2018/2/layout/IconLabelDescriptionList"/>
    <dgm:cxn modelId="{E1D3A95B-A27F-4FCB-B504-62B41557D7B1}" type="presOf" srcId="{F822749A-B741-4063-89DD-01F75BB307C6}" destId="{E272030D-481D-4A9C-BC19-CE3F4E9A62F1}" srcOrd="0" destOrd="0" presId="urn:microsoft.com/office/officeart/2018/2/layout/IconLabelDescriptionList"/>
    <dgm:cxn modelId="{9B5F8A47-73C9-4409-9E98-7B96EB4358A8}" type="presOf" srcId="{B58AADDE-4922-4D02-9F1A-C733FDD895EF}" destId="{5757768C-FB53-404A-96EF-DC024A9611CF}" srcOrd="0" destOrd="0" presId="urn:microsoft.com/office/officeart/2018/2/layout/IconLabelDescriptionList"/>
    <dgm:cxn modelId="{BACCE24F-7760-4F1D-84F5-421015B2D198}" srcId="{B58AADDE-4922-4D02-9F1A-C733FDD895EF}" destId="{122C43FF-8369-4BF9-8DC6-5069F0301B07}" srcOrd="0" destOrd="0" parTransId="{87191253-68BA-48C2-853E-927379F84988}" sibTransId="{0CCD009E-CDB1-4D47-BFAE-73ACC7A93817}"/>
    <dgm:cxn modelId="{67EA2053-E521-4A5F-9093-29ACDE9E90B3}" type="presOf" srcId="{9BA4564A-9BCB-4081-8FC0-2213A87F1AEF}" destId="{020E0C22-6B41-4AC3-88C7-4412AA7F776B}" srcOrd="0" destOrd="0" presId="urn:microsoft.com/office/officeart/2018/2/layout/IconLabelDescriptionList"/>
    <dgm:cxn modelId="{B1BCC577-1183-4845-A503-9AAB6DC51341}" type="presOf" srcId="{122C43FF-8369-4BF9-8DC6-5069F0301B07}" destId="{0A7A08F5-A929-4AAD-917C-8D55B57BBB4C}" srcOrd="0" destOrd="0" presId="urn:microsoft.com/office/officeart/2018/2/layout/IconLabelDescriptionList"/>
    <dgm:cxn modelId="{E277CC77-3D35-468D-BB35-C3283CDE159F}" type="presOf" srcId="{B4F34091-864D-40B7-9703-57FC8DEF6A05}" destId="{73C250ED-E299-4E34-8408-437558357AEA}" srcOrd="0" destOrd="0" presId="urn:microsoft.com/office/officeart/2018/2/layout/IconLabelDescriptionList"/>
    <dgm:cxn modelId="{CEEF6B82-4814-4EEC-B03A-CAB8BA5FC574}" type="presOf" srcId="{0A172C2A-6A65-454B-A886-F190C27CCF43}" destId="{555E4EDD-AC76-4679-84E7-B2AACB28FAE3}" srcOrd="0" destOrd="0" presId="urn:microsoft.com/office/officeart/2018/2/layout/IconLabelDescriptionList"/>
    <dgm:cxn modelId="{E1314CA0-8001-4D43-AF01-DB06F6ABA332}" srcId="{0A172C2A-6A65-454B-A886-F190C27CCF43}" destId="{5CBAA8A8-CE27-4381-A75C-C9E0901CC73D}" srcOrd="1" destOrd="0" parTransId="{E03ED375-46E7-4D34-B9E7-A1684E86069E}" sibTransId="{BAC6CD74-78C5-499E-96E4-C86ED6AFAC2A}"/>
    <dgm:cxn modelId="{414211AB-3AC2-4462-AAAA-061978B50EC7}" srcId="{B4F34091-864D-40B7-9703-57FC8DEF6A05}" destId="{3AE26FA1-9CE0-4B73-959A-4D3D4B6F1E4F}" srcOrd="1" destOrd="0" parTransId="{4F3BB9EF-4970-4886-AD2C-2B4C8771B8D0}" sibTransId="{FF3C4F1B-534A-4FBA-A7E8-503FED300204}"/>
    <dgm:cxn modelId="{E4E64AB2-3C71-4BD2-91A8-8368B3FD675B}" type="presOf" srcId="{99010D06-F63F-4AFB-9DF2-D532C0323192}" destId="{A33CD72C-372E-479E-B75F-8F6C9CB8DA40}" srcOrd="0" destOrd="2" presId="urn:microsoft.com/office/officeart/2018/2/layout/IconLabelDescriptionList"/>
    <dgm:cxn modelId="{86AAB2B6-DE06-48DC-9A37-EFF7FC0EAAB4}" srcId="{9BA4564A-9BCB-4081-8FC0-2213A87F1AEF}" destId="{EC450CEB-C5C1-473C-9F57-14C8FAB6F23D}" srcOrd="0" destOrd="0" parTransId="{C103A897-A934-4712-AC5A-8094E4EC02E6}" sibTransId="{B18BCE04-6218-49E7-B457-67CEA55D7929}"/>
    <dgm:cxn modelId="{BD3679BF-FC1E-4138-9A4F-88A0057915F6}" type="presOf" srcId="{1958602F-4484-4144-9B33-9B8FEFB3ED47}" destId="{0A7A08F5-A929-4AAD-917C-8D55B57BBB4C}" srcOrd="0" destOrd="1" presId="urn:microsoft.com/office/officeart/2018/2/layout/IconLabelDescriptionList"/>
    <dgm:cxn modelId="{D5FDF1C4-FA14-443E-9AF7-7FEC7CA6745D}" srcId="{B4F34091-864D-40B7-9703-57FC8DEF6A05}" destId="{2D775117-0F2F-424A-A653-C06663B1E4E2}" srcOrd="0" destOrd="0" parTransId="{AC68AF01-60EF-4058-93B4-A7F0400E68F6}" sibTransId="{52410E43-C62A-49DE-81FE-062213F2DE0B}"/>
    <dgm:cxn modelId="{0EE092C7-2A44-45E8-8679-82BCAA12E9DC}" srcId="{0A172C2A-6A65-454B-A886-F190C27CCF43}" destId="{B87CB3FC-4C29-40BE-B9BD-A42D3B9E9A6E}" srcOrd="0" destOrd="0" parTransId="{EACDF17A-6305-4DDE-9965-618CD4472BAE}" sibTransId="{9F14CF6F-4E36-4C75-82D4-AD27D087A4F8}"/>
    <dgm:cxn modelId="{196AFDDC-B62E-4DC0-AC6C-043023AD1401}" type="presOf" srcId="{14F345C6-2A04-42AA-A8DC-F959E7FB8F47}" destId="{A33CD72C-372E-479E-B75F-8F6C9CB8DA40}" srcOrd="0" destOrd="1" presId="urn:microsoft.com/office/officeart/2018/2/layout/IconLabelDescriptionList"/>
    <dgm:cxn modelId="{BACAF8E7-0059-4C8D-9532-A91B4C5230B8}" srcId="{F822749A-B741-4063-89DD-01F75BB307C6}" destId="{0A172C2A-6A65-454B-A886-F190C27CCF43}" srcOrd="1" destOrd="0" parTransId="{E0F638D5-938B-4F90-AD0A-710B3AA5EFAF}" sibTransId="{DA212505-3362-4D56-A73E-DF36419A294D}"/>
    <dgm:cxn modelId="{B1995DF2-062B-4360-970D-4A83C0804EDC}" srcId="{F822749A-B741-4063-89DD-01F75BB307C6}" destId="{B4F34091-864D-40B7-9703-57FC8DEF6A05}" srcOrd="2" destOrd="0" parTransId="{16389C6C-90B5-42E8-8EC1-74F2BFF405B9}" sibTransId="{0F588614-F8E6-41A2-AC15-8A55F84DEDD0}"/>
    <dgm:cxn modelId="{E6D11BF4-4940-4D24-B598-3F567239ECC9}" srcId="{F822749A-B741-4063-89DD-01F75BB307C6}" destId="{9BA4564A-9BCB-4081-8FC0-2213A87F1AEF}" srcOrd="3" destOrd="0" parTransId="{C945C847-012F-40AB-9924-8953004B49E5}" sibTransId="{1E13C1DF-B946-47FA-A469-AEB1FD11568D}"/>
    <dgm:cxn modelId="{BBE282F4-E2A9-4522-B617-1D7195446B51}" type="presOf" srcId="{3AE26FA1-9CE0-4B73-959A-4D3D4B6F1E4F}" destId="{2DB77C52-74D9-460A-BF62-93AE1E360AED}" srcOrd="0" destOrd="1" presId="urn:microsoft.com/office/officeart/2018/2/layout/IconLabelDescriptionList"/>
    <dgm:cxn modelId="{5C7558F8-FD17-46CA-90C8-F54E3684CDCC}" srcId="{B58AADDE-4922-4D02-9F1A-C733FDD895EF}" destId="{1958602F-4484-4144-9B33-9B8FEFB3ED47}" srcOrd="1" destOrd="0" parTransId="{6F7107AE-A578-4151-85DB-4FFC8ABB6AB0}" sibTransId="{1034F83D-B78B-4655-9732-B19A5F1D6272}"/>
    <dgm:cxn modelId="{56C316FB-D0D2-4F7C-A8F5-828EEF8BA07C}" type="presOf" srcId="{B87CB3FC-4C29-40BE-B9BD-A42D3B9E9A6E}" destId="{6BA74E72-8F1E-43F0-B54C-F9155BFC253F}" srcOrd="0" destOrd="0" presId="urn:microsoft.com/office/officeart/2018/2/layout/IconLabelDescriptionList"/>
    <dgm:cxn modelId="{ED5664BF-243C-4E4B-BBC6-1DA1B7BF911F}" type="presParOf" srcId="{E272030D-481D-4A9C-BC19-CE3F4E9A62F1}" destId="{ABD33AA1-7C0E-4006-A162-0FCAFE2264C0}" srcOrd="0" destOrd="0" presId="urn:microsoft.com/office/officeart/2018/2/layout/IconLabelDescriptionList"/>
    <dgm:cxn modelId="{DC2C97BE-826F-43B8-A943-12D8A7A762F6}" type="presParOf" srcId="{ABD33AA1-7C0E-4006-A162-0FCAFE2264C0}" destId="{C71ECFD9-AD9C-454D-A194-0EBE8B72FB1E}" srcOrd="0" destOrd="0" presId="urn:microsoft.com/office/officeart/2018/2/layout/IconLabelDescriptionList"/>
    <dgm:cxn modelId="{9821FA8C-3552-447D-BF59-FBDBBF722C19}" type="presParOf" srcId="{ABD33AA1-7C0E-4006-A162-0FCAFE2264C0}" destId="{C71DB486-477C-4D0C-85F5-A0A6E4D66BBD}" srcOrd="1" destOrd="0" presId="urn:microsoft.com/office/officeart/2018/2/layout/IconLabelDescriptionList"/>
    <dgm:cxn modelId="{62E0CE73-FB91-4108-89F5-F107D1EA13CD}" type="presParOf" srcId="{ABD33AA1-7C0E-4006-A162-0FCAFE2264C0}" destId="{5757768C-FB53-404A-96EF-DC024A9611CF}" srcOrd="2" destOrd="0" presId="urn:microsoft.com/office/officeart/2018/2/layout/IconLabelDescriptionList"/>
    <dgm:cxn modelId="{8F98EAF1-F3D2-40F3-8A80-15F5CEA2047D}" type="presParOf" srcId="{ABD33AA1-7C0E-4006-A162-0FCAFE2264C0}" destId="{EA05A22D-4A42-4973-AE74-614144DF47BE}" srcOrd="3" destOrd="0" presId="urn:microsoft.com/office/officeart/2018/2/layout/IconLabelDescriptionList"/>
    <dgm:cxn modelId="{CD5D61C2-E681-4C40-9AFB-E648A5B45761}" type="presParOf" srcId="{ABD33AA1-7C0E-4006-A162-0FCAFE2264C0}" destId="{0A7A08F5-A929-4AAD-917C-8D55B57BBB4C}" srcOrd="4" destOrd="0" presId="urn:microsoft.com/office/officeart/2018/2/layout/IconLabelDescriptionList"/>
    <dgm:cxn modelId="{10903599-6058-415B-95B4-5C81D5F56CC4}" type="presParOf" srcId="{E272030D-481D-4A9C-BC19-CE3F4E9A62F1}" destId="{696B45BF-8575-4C87-BDCA-C30C4C02BE7F}" srcOrd="1" destOrd="0" presId="urn:microsoft.com/office/officeart/2018/2/layout/IconLabelDescriptionList"/>
    <dgm:cxn modelId="{C275B091-B214-4039-993B-F4450695ED38}" type="presParOf" srcId="{E272030D-481D-4A9C-BC19-CE3F4E9A62F1}" destId="{809F1106-8ED3-43F8-B637-A246D72F9D63}" srcOrd="2" destOrd="0" presId="urn:microsoft.com/office/officeart/2018/2/layout/IconLabelDescriptionList"/>
    <dgm:cxn modelId="{A84D98DA-DB39-44EF-8303-39F8B50A7707}" type="presParOf" srcId="{809F1106-8ED3-43F8-B637-A246D72F9D63}" destId="{E943A1DA-8EE5-4069-BB71-B86132C7601E}" srcOrd="0" destOrd="0" presId="urn:microsoft.com/office/officeart/2018/2/layout/IconLabelDescriptionList"/>
    <dgm:cxn modelId="{E661C99E-BF93-4AC9-BD06-2425B124FB80}" type="presParOf" srcId="{809F1106-8ED3-43F8-B637-A246D72F9D63}" destId="{1FF53B1E-095B-4336-9752-A0C7124953FA}" srcOrd="1" destOrd="0" presId="urn:microsoft.com/office/officeart/2018/2/layout/IconLabelDescriptionList"/>
    <dgm:cxn modelId="{FE13FD6E-A3D8-4512-9F00-53DEC0B1A5E4}" type="presParOf" srcId="{809F1106-8ED3-43F8-B637-A246D72F9D63}" destId="{555E4EDD-AC76-4679-84E7-B2AACB28FAE3}" srcOrd="2" destOrd="0" presId="urn:microsoft.com/office/officeart/2018/2/layout/IconLabelDescriptionList"/>
    <dgm:cxn modelId="{583AC49C-A391-4D74-A220-1CD61C9704ED}" type="presParOf" srcId="{809F1106-8ED3-43F8-B637-A246D72F9D63}" destId="{DE359D15-828F-4C94-A84D-CBCC00783C8E}" srcOrd="3" destOrd="0" presId="urn:microsoft.com/office/officeart/2018/2/layout/IconLabelDescriptionList"/>
    <dgm:cxn modelId="{8D3EBD29-5267-4B44-8A2F-78A011CD15C8}" type="presParOf" srcId="{809F1106-8ED3-43F8-B637-A246D72F9D63}" destId="{6BA74E72-8F1E-43F0-B54C-F9155BFC253F}" srcOrd="4" destOrd="0" presId="urn:microsoft.com/office/officeart/2018/2/layout/IconLabelDescriptionList"/>
    <dgm:cxn modelId="{2677F653-9AFE-4E08-BAE6-01026E6E46B9}" type="presParOf" srcId="{E272030D-481D-4A9C-BC19-CE3F4E9A62F1}" destId="{203A3F36-FF75-4A3A-A3C6-ADBD9DB94BCB}" srcOrd="3" destOrd="0" presId="urn:microsoft.com/office/officeart/2018/2/layout/IconLabelDescriptionList"/>
    <dgm:cxn modelId="{F20C6E5E-C4D9-4CC7-AB8C-CCB3B67E935E}" type="presParOf" srcId="{E272030D-481D-4A9C-BC19-CE3F4E9A62F1}" destId="{91CA5E95-4C1A-4D5F-B158-9CA13E8EBCAE}" srcOrd="4" destOrd="0" presId="urn:microsoft.com/office/officeart/2018/2/layout/IconLabelDescriptionList"/>
    <dgm:cxn modelId="{D5D709FD-F369-4CAF-BDB7-3B8FF3E14847}" type="presParOf" srcId="{91CA5E95-4C1A-4D5F-B158-9CA13E8EBCAE}" destId="{89F04293-6264-4C41-BA50-9AEEAF209C1D}" srcOrd="0" destOrd="0" presId="urn:microsoft.com/office/officeart/2018/2/layout/IconLabelDescriptionList"/>
    <dgm:cxn modelId="{1323C4B3-D52C-4A79-9AFE-5BDD952683B8}" type="presParOf" srcId="{91CA5E95-4C1A-4D5F-B158-9CA13E8EBCAE}" destId="{F9651800-5DBC-469C-BC38-78E033236595}" srcOrd="1" destOrd="0" presId="urn:microsoft.com/office/officeart/2018/2/layout/IconLabelDescriptionList"/>
    <dgm:cxn modelId="{49758964-FF42-44B0-90DA-B077AC5D0F6D}" type="presParOf" srcId="{91CA5E95-4C1A-4D5F-B158-9CA13E8EBCAE}" destId="{73C250ED-E299-4E34-8408-437558357AEA}" srcOrd="2" destOrd="0" presId="urn:microsoft.com/office/officeart/2018/2/layout/IconLabelDescriptionList"/>
    <dgm:cxn modelId="{BD65E54F-C4A0-4F24-9D7F-1658421A2BE3}" type="presParOf" srcId="{91CA5E95-4C1A-4D5F-B158-9CA13E8EBCAE}" destId="{6FEE1241-56A0-4B2C-A593-B8ED0EB2B0BB}" srcOrd="3" destOrd="0" presId="urn:microsoft.com/office/officeart/2018/2/layout/IconLabelDescriptionList"/>
    <dgm:cxn modelId="{E8C4B5DC-5CA7-463C-B18F-6C5DE44AABB2}" type="presParOf" srcId="{91CA5E95-4C1A-4D5F-B158-9CA13E8EBCAE}" destId="{2DB77C52-74D9-460A-BF62-93AE1E360AED}" srcOrd="4" destOrd="0" presId="urn:microsoft.com/office/officeart/2018/2/layout/IconLabelDescriptionList"/>
    <dgm:cxn modelId="{1406963C-B9AB-4613-A940-881DF8EB368B}" type="presParOf" srcId="{E272030D-481D-4A9C-BC19-CE3F4E9A62F1}" destId="{C3E20749-2011-49B7-BDE6-F52CAC1274C3}" srcOrd="5" destOrd="0" presId="urn:microsoft.com/office/officeart/2018/2/layout/IconLabelDescriptionList"/>
    <dgm:cxn modelId="{627B3D49-94C8-4D68-8B5F-5951FF4ED5B3}" type="presParOf" srcId="{E272030D-481D-4A9C-BC19-CE3F4E9A62F1}" destId="{60F6EA1F-80E4-45C4-BE06-D3777FA62C41}" srcOrd="6" destOrd="0" presId="urn:microsoft.com/office/officeart/2018/2/layout/IconLabelDescriptionList"/>
    <dgm:cxn modelId="{4F78830F-A44C-4D94-83BC-9FB462B34750}" type="presParOf" srcId="{60F6EA1F-80E4-45C4-BE06-D3777FA62C41}" destId="{48E343D4-35A5-4507-BA24-5BFEE9A4C97B}" srcOrd="0" destOrd="0" presId="urn:microsoft.com/office/officeart/2018/2/layout/IconLabelDescriptionList"/>
    <dgm:cxn modelId="{656CAFA1-2B65-413D-805E-B08300558284}" type="presParOf" srcId="{60F6EA1F-80E4-45C4-BE06-D3777FA62C41}" destId="{01B93672-DEED-4F9D-A0B0-79A2C8D66C0A}" srcOrd="1" destOrd="0" presId="urn:microsoft.com/office/officeart/2018/2/layout/IconLabelDescriptionList"/>
    <dgm:cxn modelId="{EE6253F9-F593-4124-A4DF-8B5181889F26}" type="presParOf" srcId="{60F6EA1F-80E4-45C4-BE06-D3777FA62C41}" destId="{020E0C22-6B41-4AC3-88C7-4412AA7F776B}" srcOrd="2" destOrd="0" presId="urn:microsoft.com/office/officeart/2018/2/layout/IconLabelDescriptionList"/>
    <dgm:cxn modelId="{1A510451-336D-457B-8729-4180DD727839}" type="presParOf" srcId="{60F6EA1F-80E4-45C4-BE06-D3777FA62C41}" destId="{0C085C6B-0509-4266-95B5-523E5DBFF25D}" srcOrd="3" destOrd="0" presId="urn:microsoft.com/office/officeart/2018/2/layout/IconLabelDescriptionList"/>
    <dgm:cxn modelId="{3AD8FA1E-1081-4CE9-8CC7-C3523AE5296C}" type="presParOf" srcId="{60F6EA1F-80E4-45C4-BE06-D3777FA62C41}" destId="{A33CD72C-372E-479E-B75F-8F6C9CB8DA40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1ECFD9-AD9C-454D-A194-0EBE8B72FB1E}">
      <dsp:nvSpPr>
        <dsp:cNvPr id="0" name=""/>
        <dsp:cNvSpPr/>
      </dsp:nvSpPr>
      <dsp:spPr>
        <a:xfrm>
          <a:off x="2650" y="882032"/>
          <a:ext cx="828351" cy="828351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57768C-FB53-404A-96EF-DC024A9611CF}">
      <dsp:nvSpPr>
        <dsp:cNvPr id="0" name=""/>
        <dsp:cNvSpPr/>
      </dsp:nvSpPr>
      <dsp:spPr>
        <a:xfrm>
          <a:off x="2650" y="1821636"/>
          <a:ext cx="2366718" cy="4437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400" kern="1200"/>
            <a:t>Authentication/ User Management</a:t>
          </a:r>
          <a:endParaRPr lang="pt-BR" sz="1400" kern="1200" dirty="0"/>
        </a:p>
      </dsp:txBody>
      <dsp:txXfrm>
        <a:off x="2650" y="1821636"/>
        <a:ext cx="2366718" cy="443759"/>
      </dsp:txXfrm>
    </dsp:sp>
    <dsp:sp modelId="{0A7A08F5-A929-4AAD-917C-8D55B57BBB4C}">
      <dsp:nvSpPr>
        <dsp:cNvPr id="0" name=""/>
        <dsp:cNvSpPr/>
      </dsp:nvSpPr>
      <dsp:spPr>
        <a:xfrm>
          <a:off x="2650" y="2317141"/>
          <a:ext cx="2366718" cy="1152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Create / disable users</a:t>
          </a:r>
          <a:endParaRPr lang="pt-BR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JWT token</a:t>
          </a:r>
          <a:endParaRPr lang="pt-BR" sz="1100" kern="1200" dirty="0"/>
        </a:p>
      </dsp:txBody>
      <dsp:txXfrm>
        <a:off x="2650" y="2317141"/>
        <a:ext cx="2366718" cy="1152163"/>
      </dsp:txXfrm>
    </dsp:sp>
    <dsp:sp modelId="{E943A1DA-8EE5-4069-BB71-B86132C7601E}">
      <dsp:nvSpPr>
        <dsp:cNvPr id="0" name=""/>
        <dsp:cNvSpPr/>
      </dsp:nvSpPr>
      <dsp:spPr>
        <a:xfrm>
          <a:off x="2783544" y="882032"/>
          <a:ext cx="828351" cy="8283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5E4EDD-AC76-4679-84E7-B2AACB28FAE3}">
      <dsp:nvSpPr>
        <dsp:cNvPr id="0" name=""/>
        <dsp:cNvSpPr/>
      </dsp:nvSpPr>
      <dsp:spPr>
        <a:xfrm>
          <a:off x="2783544" y="1821636"/>
          <a:ext cx="2366718" cy="4437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1400" kern="1200"/>
            <a:t>Patient Management</a:t>
          </a:r>
          <a:endParaRPr lang="en-US" sz="1400" kern="1200"/>
        </a:p>
      </dsp:txBody>
      <dsp:txXfrm>
        <a:off x="2783544" y="1821636"/>
        <a:ext cx="2366718" cy="443759"/>
      </dsp:txXfrm>
    </dsp:sp>
    <dsp:sp modelId="{6BA74E72-8F1E-43F0-B54C-F9155BFC253F}">
      <dsp:nvSpPr>
        <dsp:cNvPr id="0" name=""/>
        <dsp:cNvSpPr/>
      </dsp:nvSpPr>
      <dsp:spPr>
        <a:xfrm>
          <a:off x="2783544" y="2317141"/>
          <a:ext cx="2366718" cy="1152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Register, </a:t>
          </a:r>
          <a:r>
            <a:rPr lang="pt-BR" sz="1100" kern="1200" dirty="0" err="1"/>
            <a:t>retrieve</a:t>
          </a:r>
          <a:r>
            <a:rPr lang="pt-BR" sz="1100" kern="1200" dirty="0"/>
            <a:t>, update, delete </a:t>
          </a:r>
          <a:r>
            <a:rPr lang="pt-BR" sz="1100" kern="1200" dirty="0" err="1"/>
            <a:t>patients</a:t>
          </a:r>
          <a:endParaRPr lang="en-US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Search and filter patient records</a:t>
          </a:r>
          <a:endParaRPr lang="en-US" sz="1100" kern="1200"/>
        </a:p>
      </dsp:txBody>
      <dsp:txXfrm>
        <a:off x="2783544" y="2317141"/>
        <a:ext cx="2366718" cy="1152163"/>
      </dsp:txXfrm>
    </dsp:sp>
    <dsp:sp modelId="{89F04293-6264-4C41-BA50-9AEEAF209C1D}">
      <dsp:nvSpPr>
        <dsp:cNvPr id="0" name=""/>
        <dsp:cNvSpPr/>
      </dsp:nvSpPr>
      <dsp:spPr>
        <a:xfrm>
          <a:off x="5564439" y="882032"/>
          <a:ext cx="828351" cy="8283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C250ED-E299-4E34-8408-437558357AEA}">
      <dsp:nvSpPr>
        <dsp:cNvPr id="0" name=""/>
        <dsp:cNvSpPr/>
      </dsp:nvSpPr>
      <dsp:spPr>
        <a:xfrm>
          <a:off x="5564439" y="1821636"/>
          <a:ext cx="2366718" cy="4437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1400" kern="1200"/>
            <a:t>Doctor Management</a:t>
          </a:r>
          <a:endParaRPr lang="en-US" sz="1400" kern="1200" dirty="0"/>
        </a:p>
      </dsp:txBody>
      <dsp:txXfrm>
        <a:off x="5564439" y="1821636"/>
        <a:ext cx="2366718" cy="443759"/>
      </dsp:txXfrm>
    </dsp:sp>
    <dsp:sp modelId="{2DB77C52-74D9-460A-BF62-93AE1E360AED}">
      <dsp:nvSpPr>
        <dsp:cNvPr id="0" name=""/>
        <dsp:cNvSpPr/>
      </dsp:nvSpPr>
      <dsp:spPr>
        <a:xfrm>
          <a:off x="5564439" y="2317141"/>
          <a:ext cx="2366718" cy="1152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CRUD operations for doctor profiles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Search by name, email, or specialty</a:t>
          </a:r>
          <a:endParaRPr lang="en-US" sz="1100" kern="1200"/>
        </a:p>
      </dsp:txBody>
      <dsp:txXfrm>
        <a:off x="5564439" y="2317141"/>
        <a:ext cx="2366718" cy="1152163"/>
      </dsp:txXfrm>
    </dsp:sp>
    <dsp:sp modelId="{48E343D4-35A5-4507-BA24-5BFEE9A4C97B}">
      <dsp:nvSpPr>
        <dsp:cNvPr id="0" name=""/>
        <dsp:cNvSpPr/>
      </dsp:nvSpPr>
      <dsp:spPr>
        <a:xfrm>
          <a:off x="8345333" y="882032"/>
          <a:ext cx="828351" cy="8283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0E0C22-6B41-4AC3-88C7-4412AA7F776B}">
      <dsp:nvSpPr>
        <dsp:cNvPr id="0" name=""/>
        <dsp:cNvSpPr/>
      </dsp:nvSpPr>
      <dsp:spPr>
        <a:xfrm>
          <a:off x="8345333" y="1821636"/>
          <a:ext cx="2366718" cy="4437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1400" kern="1200"/>
            <a:t>Appointment Management</a:t>
          </a:r>
          <a:endParaRPr lang="en-US" sz="1400" kern="1200"/>
        </a:p>
      </dsp:txBody>
      <dsp:txXfrm>
        <a:off x="8345333" y="1821636"/>
        <a:ext cx="2366718" cy="443759"/>
      </dsp:txXfrm>
    </dsp:sp>
    <dsp:sp modelId="{A33CD72C-372E-479E-B75F-8F6C9CB8DA40}">
      <dsp:nvSpPr>
        <dsp:cNvPr id="0" name=""/>
        <dsp:cNvSpPr/>
      </dsp:nvSpPr>
      <dsp:spPr>
        <a:xfrm>
          <a:off x="8345333" y="2317141"/>
          <a:ext cx="2366718" cy="1152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Schedule, update, cancel, and delete appointments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Filter by status, date, and doctor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Support full appointment lifecycle (Scheduled → Confirmed → Completed/Cancelled)</a:t>
          </a:r>
          <a:endParaRPr lang="en-US" sz="1100" kern="1200"/>
        </a:p>
      </dsp:txBody>
      <dsp:txXfrm>
        <a:off x="8345333" y="2317141"/>
        <a:ext cx="2366718" cy="11521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361166-B351-A874-E70E-CF36894D2F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C2FDB54-CCEC-F807-0F33-6A044BB271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921297B-2DA9-5B64-7996-D1BD84FF8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5D972-C49C-4C94-A1CA-FB8065C71623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EBCDE2-1DA2-040F-F836-B69D52385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7974E68-ED41-D242-1241-4901DC9F3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BDA7D-043E-4212-8FDD-B0CF1CC92C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425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68D512-FD44-0CD0-62AD-9F9440939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6E66BC-7120-96F7-DB18-6D076666F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E2C0D17-00C5-A194-FFDE-3C5131562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5D972-C49C-4C94-A1CA-FB8065C71623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A31D79-9C92-77F9-E6D7-00AD37BA2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876247-0E29-B772-1529-6A6629B2C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BDA7D-043E-4212-8FDD-B0CF1CC92C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965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38BC0E-28E9-15B5-0E5B-52A3EF759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D0C9032-5500-D8D2-0E5E-7F22914996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F5DFC5F-BCE2-0BE1-A01A-E0F5DE731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5D972-C49C-4C94-A1CA-FB8065C71623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FF43107-912E-3179-73D7-47F6F2DCD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E876C6E-98AF-07A9-750F-F62E7D48B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BDA7D-043E-4212-8FDD-B0CF1CC92C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6631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38EC2E-6F04-E489-AFBE-C7966BB07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23E6363-BD37-60B0-925F-6250CFB39B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9ECCFA6-B774-E05A-2E96-B99D4ECFC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A8F4A1A-FC20-3A9C-78C3-059E5CF89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5D972-C49C-4C94-A1CA-FB8065C71623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8DCC75D-2BCB-78E3-83C0-EA153E8B4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98D7805-B2E8-4D34-FB39-ED81243FB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BDA7D-043E-4212-8FDD-B0CF1CC92C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5951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7F9BFD-BDA3-8D3B-A627-0638EC9F5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778F877-6CBF-AA10-681E-B572F94ED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F6D2E8E-E0DA-4225-9893-070B832FD5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0DEB728-562A-CE60-7008-66E72AC66E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6DF3DC9-5417-D74A-FDB8-13B5D16F53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41853E2-929D-87BB-D957-E10639F9E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5D972-C49C-4C94-A1CA-FB8065C71623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1915921-D4AA-7907-2AF3-3CFEE1334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E6BC9FE-40B7-02EB-E72D-166DA1B32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BDA7D-043E-4212-8FDD-B0CF1CC92C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0649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F3ADF4-0DE0-27E5-6C29-352DF1559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BC549D6-D9AC-3E74-96AD-3ED34CAB5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5D972-C49C-4C94-A1CA-FB8065C71623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AE2195-665A-B1C5-0C5D-1CD71C129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7C24492-5985-4DEB-022E-09C5DE80F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BDA7D-043E-4212-8FDD-B0CF1CC92C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6994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8BB5799-4C38-EC4F-1984-4CA7C24B9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5D972-C49C-4C94-A1CA-FB8065C71623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73EBD1A-C5D3-B9BE-A713-334C1BEEE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0DA5FAF-503A-5BAC-4E7F-08695B983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BDA7D-043E-4212-8FDD-B0CF1CC92C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6303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16CA9A-EE4A-05C3-E928-1FF16EBD6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5C577B-7A95-15C2-470D-3E6260024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5C04B4F-B692-13B9-54D4-C9DAE4B3F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CE134C-A726-CCA1-9202-ABFF1433C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5D972-C49C-4C94-A1CA-FB8065C71623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93C0349-177A-2228-59B6-759C37D89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BE1CBEF-EC50-F20A-D660-45D5CB59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BDA7D-043E-4212-8FDD-B0CF1CC92C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3042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EFC6A3-D757-42D6-8D78-D1571AAE6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8288868-9FE7-0257-3689-3F56185996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57FAEE1-D071-7F50-BAF1-146024978D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A7F6E5D-02AF-E34D-52EC-3D3F898DF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5D972-C49C-4C94-A1CA-FB8065C71623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F3B0A64-9ACE-2D00-1D15-07A95ABFC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176EFB-C1D6-31D3-BAD8-A7FE7F8E8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BDA7D-043E-4212-8FDD-B0CF1CC92C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6430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7C753A-3C0B-B9D1-98CA-3DFE282F6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ACAE1E9-C017-D74B-F4BE-BDAB5A909C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65E4CB0-C7A1-B38E-665E-0EA601792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5D972-C49C-4C94-A1CA-FB8065C71623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327019-7708-6493-9B9A-2A9FADF32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E5E654E-4395-911C-3CA6-A0A693830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BDA7D-043E-4212-8FDD-B0CF1CC92C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9161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7CC1CC8-9859-04A3-50AD-7363627848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800F121-DA71-693B-0384-CF1F884CB0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B914E5C-DB1E-D8E4-1741-C740DDE75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5D972-C49C-4C94-A1CA-FB8065C71623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F6F390-73F5-BDAD-1771-48DC8C922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F496D1-DBB7-DC16-8CBF-DD1F85110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BDA7D-043E-4212-8FDD-B0CF1CC92C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1808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B749A39-AA30-9A7D-619E-05BB4E12F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B66CBD5-2C60-08A0-9627-AD9F2DA310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C47E81-E2D5-6E78-2CFF-2A0E83FFEF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15D972-C49C-4C94-A1CA-FB8065C71623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826AE3-4E6B-4A07-A1C1-1A6DCB23E5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BC8AC8-8E70-8A1C-A2A4-025F0C9E78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EBDA7D-043E-4212-8FDD-B0CF1CC92C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2144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FA9B6C6-A247-48A8-9A1C-1E36FA945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4B2604-8EBD-407C-BEBA-AA784F9882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1261" y="590062"/>
            <a:ext cx="5409655" cy="2838938"/>
          </a:xfrm>
        </p:spPr>
        <p:txBody>
          <a:bodyPr>
            <a:normAutofit/>
          </a:bodyPr>
          <a:lstStyle/>
          <a:p>
            <a:pPr algn="l"/>
            <a:r>
              <a:rPr lang="en-GB" sz="5600" dirty="0">
                <a:solidFill>
                  <a:srgbClr val="FFFFFF"/>
                </a:solidFill>
              </a:rPr>
              <a:t>Cloud-Native Distributed Microservices</a:t>
            </a:r>
            <a:endParaRPr lang="pt-BR" sz="5600" dirty="0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F82475A-76E5-6B8B-172E-7BA61B82A5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61935" y="4698614"/>
            <a:ext cx="5568759" cy="1198120"/>
          </a:xfrm>
        </p:spPr>
        <p:txBody>
          <a:bodyPr>
            <a:normAutofit/>
          </a:bodyPr>
          <a:lstStyle/>
          <a:p>
            <a:pPr algn="r"/>
            <a:r>
              <a:rPr lang="en-GB" sz="2000" dirty="0">
                <a:solidFill>
                  <a:srgbClr val="FFFFFF"/>
                </a:solidFill>
              </a:rPr>
              <a:t>Patient Management System (PMS)</a:t>
            </a:r>
          </a:p>
          <a:p>
            <a:pPr algn="r"/>
            <a:endParaRPr lang="en-GB" sz="2000" dirty="0">
              <a:solidFill>
                <a:srgbClr val="FFFFFF"/>
              </a:solidFill>
            </a:endParaRPr>
          </a:p>
          <a:p>
            <a:pPr algn="r"/>
            <a:r>
              <a:rPr lang="en-GB" sz="2000" dirty="0">
                <a:solidFill>
                  <a:srgbClr val="FFFFFF"/>
                </a:solidFill>
              </a:rPr>
              <a:t>Author: Joel Silva (</a:t>
            </a:r>
            <a:r>
              <a:rPr lang="pt-BR" sz="2000" dirty="0">
                <a:solidFill>
                  <a:srgbClr val="FFFFFF"/>
                </a:solidFill>
              </a:rPr>
              <a:t>A00336679)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76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763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20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651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B9ED33-5C28-A3C3-C703-A53668FA8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Distribute?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3A6622-2BB2-D21D-B8C2-304D94ECE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7540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a healthcare practice involves independently evolving concerns:</a:t>
            </a:r>
          </a:p>
          <a:p>
            <a:pPr marL="800100" lvl="1" indent="-342900">
              <a:buSzPct val="100000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scheduling</a:t>
            </a:r>
            <a:endParaRPr lang="en-US" sz="2000" dirty="0"/>
          </a:p>
          <a:p>
            <a:pPr marL="800100" lvl="1" indent="-342900">
              <a:buSzPct val="100000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registration</a:t>
            </a:r>
            <a:endParaRPr lang="en-US" sz="2000" dirty="0"/>
          </a:p>
          <a:p>
            <a:pPr marL="800100" lvl="1" indent="-342900">
              <a:buSzPct val="100000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management</a:t>
            </a:r>
            <a:endParaRPr lang="en-US" sz="2000" dirty="0"/>
          </a:p>
          <a:p>
            <a:pPr marL="800100" lvl="1" indent="-342900">
              <a:buSzPct val="100000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2000" dirty="0"/>
          </a:p>
          <a:p>
            <a:pPr marL="0" indent="0">
              <a:buNone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domain has different ownership, scale needs, and deployment cadence — a monolith would couple them tightly.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cross-service dependency: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Appointment Service must validate both doctor and patient references at write time — making distribution necessary, not arbitrary.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88729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9BF88-C7E9-B00C-F9FB-58E274A93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A37B28-8E13-5AF4-07CA-3E85A4B9D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Functional Requirements (User Stories)</a:t>
            </a:r>
            <a:endParaRPr lang="pt-BR" dirty="0"/>
          </a:p>
        </p:txBody>
      </p:sp>
      <p:graphicFrame>
        <p:nvGraphicFramePr>
          <p:cNvPr id="15" name="Espaço Reservado para Conteúdo 2">
            <a:extLst>
              <a:ext uri="{FF2B5EF4-FFF2-40B4-BE49-F238E27FC236}">
                <a16:creationId xmlns:a16="http://schemas.microsoft.com/office/drawing/2014/main" id="{DCC9677D-1A67-6EFF-645C-FB20B7FF0E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7696840"/>
              </p:ext>
            </p:extLst>
          </p:nvPr>
        </p:nvGraphicFramePr>
        <p:xfrm>
          <a:off x="838199" y="1825625"/>
          <a:ext cx="10714703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63034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52F45A-C377-E576-33BD-CF3FB86AE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Architecture</a:t>
            </a:r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BDC27A5B-81A1-7CAD-1A54-515CF309D6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9919" y="1347020"/>
            <a:ext cx="7332161" cy="5471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447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553BD-8149-708B-EA36-330FFE491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785905-072E-1A53-76D0-63F879D58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Services &amp; Responsabilities</a:t>
            </a:r>
            <a:endParaRPr lang="pt-BR" dirty="0"/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BEC7F328-5CDC-D1F1-7C66-9042D63DF7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8010469"/>
              </p:ext>
            </p:extLst>
          </p:nvPr>
        </p:nvGraphicFramePr>
        <p:xfrm>
          <a:off x="963560" y="1690688"/>
          <a:ext cx="10390240" cy="4276330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340079">
                  <a:extLst>
                    <a:ext uri="{9D8B030D-6E8A-4147-A177-3AD203B41FA5}">
                      <a16:colId xmlns:a16="http://schemas.microsoft.com/office/drawing/2014/main" val="2263439983"/>
                    </a:ext>
                  </a:extLst>
                </a:gridCol>
                <a:gridCol w="1340462">
                  <a:extLst>
                    <a:ext uri="{9D8B030D-6E8A-4147-A177-3AD203B41FA5}">
                      <a16:colId xmlns:a16="http://schemas.microsoft.com/office/drawing/2014/main" val="994667989"/>
                    </a:ext>
                  </a:extLst>
                </a:gridCol>
                <a:gridCol w="6709699">
                  <a:extLst>
                    <a:ext uri="{9D8B030D-6E8A-4147-A177-3AD203B41FA5}">
                      <a16:colId xmlns:a16="http://schemas.microsoft.com/office/drawing/2014/main" val="208405649"/>
                    </a:ext>
                  </a:extLst>
                </a:gridCol>
              </a:tblGrid>
              <a:tr h="344402">
                <a:tc>
                  <a:txBody>
                    <a:bodyPr/>
                    <a:lstStyle/>
                    <a:p>
                      <a:r>
                        <a:rPr lang="en-GB" sz="1000" b="1" cap="all" spc="60">
                          <a:solidFill>
                            <a:schemeClr val="tx1"/>
                          </a:solidFill>
                        </a:rPr>
                        <a:t>Service/Component</a:t>
                      </a:r>
                      <a:endParaRPr lang="pt-BR" sz="1000" b="1" cap="all" spc="60">
                        <a:solidFill>
                          <a:schemeClr val="tx1"/>
                        </a:solidFill>
                      </a:endParaRPr>
                    </a:p>
                  </a:txBody>
                  <a:tcPr marL="72534" marR="72534" marT="72534" marB="72534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 cap="all" spc="60">
                          <a:solidFill>
                            <a:schemeClr val="tx1"/>
                          </a:solidFill>
                        </a:rPr>
                        <a:t>Port</a:t>
                      </a:r>
                      <a:endParaRPr lang="pt-BR" sz="1000" b="1" cap="all" spc="60">
                        <a:solidFill>
                          <a:schemeClr val="tx1"/>
                        </a:solidFill>
                      </a:endParaRPr>
                    </a:p>
                  </a:txBody>
                  <a:tcPr marL="72534" marR="72534" marT="72534" marB="72534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 cap="all" spc="60" dirty="0">
                          <a:solidFill>
                            <a:schemeClr val="tx1"/>
                          </a:solidFill>
                        </a:rPr>
                        <a:t>Responsibility</a:t>
                      </a:r>
                      <a:endParaRPr lang="pt-BR" sz="1000" b="1" cap="all" spc="60" dirty="0">
                        <a:solidFill>
                          <a:schemeClr val="tx1"/>
                        </a:solidFill>
                      </a:endParaRPr>
                    </a:p>
                  </a:txBody>
                  <a:tcPr marL="72534" marR="72534" marT="72534" marB="72534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8389872"/>
                  </a:ext>
                </a:extLst>
              </a:tr>
              <a:tr h="357448">
                <a:tc>
                  <a:txBody>
                    <a:bodyPr/>
                    <a:lstStyle/>
                    <a:p>
                      <a:r>
                        <a:rPr lang="en-US" sz="1300" cap="none" spc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ms-auth</a:t>
                      </a:r>
                      <a:endParaRPr lang="pt-BR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2534" marR="72534" marT="36267" marB="72534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8084</a:t>
                      </a:r>
                    </a:p>
                  </a:txBody>
                  <a:tcPr marL="72534" marR="72534" marT="36267" marB="7253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Issues JWT tokens, manages users &amp; roles</a:t>
                      </a:r>
                      <a:endParaRPr lang="en-US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2534" marR="72534" marT="36267" marB="7253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0559990"/>
                  </a:ext>
                </a:extLst>
              </a:tr>
              <a:tr h="357448">
                <a:tc>
                  <a:txBody>
                    <a:bodyPr/>
                    <a:lstStyle/>
                    <a:p>
                      <a:r>
                        <a:rPr lang="en-US" sz="1300" cap="none" spc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ms-doctor</a:t>
                      </a:r>
                      <a:endParaRPr lang="pt-BR" sz="13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72534" marR="72534" marT="36267" marB="7253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cap="none" spc="0">
                          <a:solidFill>
                            <a:schemeClr val="tx1"/>
                          </a:solidFill>
                        </a:rPr>
                        <a:t>8082</a:t>
                      </a:r>
                      <a:endParaRPr lang="pt-BR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2534" marR="72534" marT="36267" marB="7253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Owns Doctor entities; calls ms-auth on doctor creation</a:t>
                      </a:r>
                      <a:endParaRPr lang="en-US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2534" marR="72534" marT="36267" marB="7253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36961"/>
                  </a:ext>
                </a:extLst>
              </a:tr>
              <a:tr h="357448">
                <a:tc>
                  <a:txBody>
                    <a:bodyPr/>
                    <a:lstStyle/>
                    <a:p>
                      <a:r>
                        <a:rPr lang="en-US" sz="1300" cap="none" spc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ms-patient</a:t>
                      </a:r>
                      <a:endParaRPr lang="pt-BR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2534" marR="72534" marT="36267" marB="72534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cap="none" spc="0">
                          <a:solidFill>
                            <a:schemeClr val="tx1"/>
                          </a:solidFill>
                        </a:rPr>
                        <a:t>8081</a:t>
                      </a:r>
                      <a:endParaRPr lang="pt-BR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2534" marR="72534" marT="36267" marB="7253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cap="none" spc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Owns Patient entities; provides paginated REST </a:t>
                      </a:r>
                      <a:endParaRPr lang="pt-BR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2534" marR="72534" marT="36267" marB="7253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3448884"/>
                  </a:ext>
                </a:extLst>
              </a:tr>
              <a:tr h="357448">
                <a:tc>
                  <a:txBody>
                    <a:bodyPr/>
                    <a:lstStyle/>
                    <a:p>
                      <a:r>
                        <a:rPr lang="en-US" sz="1300" cap="none" spc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ms-appointment</a:t>
                      </a:r>
                      <a:endParaRPr lang="pt-BR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2534" marR="72534" marT="36267" marB="7253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cap="none" spc="0">
                          <a:solidFill>
                            <a:schemeClr val="tx1"/>
                          </a:solidFill>
                        </a:rPr>
                        <a:t>8083</a:t>
                      </a:r>
                      <a:endParaRPr lang="pt-BR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2534" marR="72534" marT="36267" marB="7253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Validates doctor &amp; patient via Feign; owns Appointment data</a:t>
                      </a:r>
                      <a:endParaRPr lang="en-US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2534" marR="72534" marT="36267" marB="7253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2194162"/>
                  </a:ext>
                </a:extLst>
              </a:tr>
              <a:tr h="3574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infra-</a:t>
                      </a:r>
                      <a:r>
                        <a:rPr lang="en-US" sz="1300" cap="none" spc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r>
                        <a:rPr lang="en-US" sz="1300" cap="none" spc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-gateway</a:t>
                      </a:r>
                      <a:endParaRPr lang="en-US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2534" marR="72534" marT="36267" marB="72534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cap="none" spc="0">
                          <a:solidFill>
                            <a:schemeClr val="tx1"/>
                          </a:solidFill>
                        </a:rPr>
                        <a:t>9094</a:t>
                      </a:r>
                      <a:endParaRPr lang="pt-BR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2534" marR="72534" marT="36267" marB="7253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entry point; JWT validation; routes by service ID</a:t>
                      </a:r>
                      <a:endParaRPr lang="en-US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2534" marR="72534" marT="36267" marB="7253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993103"/>
                  </a:ext>
                </a:extLst>
              </a:tr>
              <a:tr h="3574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infra-discovery-service</a:t>
                      </a:r>
                      <a:endParaRPr lang="en-US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2534" marR="72534" marT="36267" marB="7253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cap="none" spc="0">
                          <a:solidFill>
                            <a:schemeClr val="tx1"/>
                          </a:solidFill>
                        </a:rPr>
                        <a:t>8761</a:t>
                      </a:r>
                      <a:endParaRPr lang="pt-BR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2534" marR="72534" marT="36267" marB="7253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Netflix Eureka; all services register at startup</a:t>
                      </a:r>
                      <a:endParaRPr lang="en-US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2534" marR="72534" marT="36267" marB="7253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17682"/>
                  </a:ext>
                </a:extLst>
              </a:tr>
              <a:tr h="3574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infra-config-server</a:t>
                      </a:r>
                      <a:endParaRPr lang="en-US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2534" marR="72534" marT="36267" marB="72534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cap="none" spc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8888</a:t>
                      </a:r>
                      <a:endParaRPr lang="pt-BR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2534" marR="72534" marT="36267" marB="7253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Serves YAML config from Git; profile-based per environment</a:t>
                      </a:r>
                      <a:endParaRPr lang="en-US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2534" marR="72534" marT="36267" marB="7253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2942531"/>
                  </a:ext>
                </a:extLst>
              </a:tr>
              <a:tr h="3574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Zipkin</a:t>
                      </a:r>
                      <a:endParaRPr lang="en-US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2534" marR="72534" marT="36267" marB="7253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cap="none" spc="0">
                          <a:solidFill>
                            <a:schemeClr val="tx1"/>
                          </a:solidFill>
                        </a:rPr>
                        <a:t>9411</a:t>
                      </a:r>
                      <a:endParaRPr lang="pt-BR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2534" marR="72534" marT="36267" marB="7253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cap="none" spc="0">
                          <a:solidFill>
                            <a:schemeClr val="tx1"/>
                          </a:solidFill>
                        </a:rPr>
                        <a:t>Distributed tracing</a:t>
                      </a:r>
                      <a:endParaRPr lang="pt-BR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2534" marR="72534" marT="36267" marB="7253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709601"/>
                  </a:ext>
                </a:extLst>
              </a:tr>
              <a:tr h="3574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Prometheus</a:t>
                      </a:r>
                    </a:p>
                  </a:txBody>
                  <a:tcPr marL="72534" marR="72534" marT="36267" marB="72534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cap="none" spc="0">
                          <a:solidFill>
                            <a:schemeClr val="tx1"/>
                          </a:solidFill>
                        </a:rPr>
                        <a:t>9090</a:t>
                      </a:r>
                      <a:endParaRPr lang="pt-BR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2534" marR="72534" marT="36267" marB="7253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cap="none" spc="0">
                          <a:solidFill>
                            <a:schemeClr val="tx1"/>
                          </a:solidFill>
                        </a:rPr>
                        <a:t>Metrics</a:t>
                      </a:r>
                      <a:endParaRPr lang="pt-BR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2534" marR="72534" marT="36267" marB="7253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9607976"/>
                  </a:ext>
                </a:extLst>
              </a:tr>
              <a:tr h="3574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Loki</a:t>
                      </a:r>
                    </a:p>
                  </a:txBody>
                  <a:tcPr marL="72534" marR="72534" marT="36267" marB="7253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cap="none" spc="0">
                          <a:solidFill>
                            <a:schemeClr val="tx1"/>
                          </a:solidFill>
                        </a:rPr>
                        <a:t>3100</a:t>
                      </a:r>
                      <a:endParaRPr lang="pt-BR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2534" marR="72534" marT="36267" marB="7253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cap="none" spc="0">
                          <a:solidFill>
                            <a:schemeClr val="tx1"/>
                          </a:solidFill>
                        </a:rPr>
                        <a:t>Log Aggregation</a:t>
                      </a:r>
                      <a:endParaRPr lang="pt-BR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2534" marR="72534" marT="36267" marB="7253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526096"/>
                  </a:ext>
                </a:extLst>
              </a:tr>
              <a:tr h="3574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Grafana</a:t>
                      </a:r>
                    </a:p>
                  </a:txBody>
                  <a:tcPr marL="72534" marR="72534" marT="36267" marB="72534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cap="none" spc="0">
                          <a:solidFill>
                            <a:schemeClr val="tx1"/>
                          </a:solidFill>
                        </a:rPr>
                        <a:t>3000</a:t>
                      </a:r>
                      <a:endParaRPr lang="pt-BR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2534" marR="72534" marT="36267" marB="7253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cap="none" spc="0" dirty="0">
                          <a:solidFill>
                            <a:schemeClr val="tx1"/>
                          </a:solidFill>
                        </a:rPr>
                        <a:t>Dashboards</a:t>
                      </a:r>
                      <a:endParaRPr lang="pt-BR" sz="13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72534" marR="72534" marT="36267" marB="7253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9693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6563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50DE3-0AA8-6EF8-0C1A-90FEF5943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8F783F-B176-A546-4D55-2125D8AD6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6825"/>
            <a:ext cx="10515600" cy="1325563"/>
          </a:xfrm>
        </p:spPr>
        <p:txBody>
          <a:bodyPr/>
          <a:lstStyle/>
          <a:p>
            <a:pPr algn="ctr"/>
            <a:r>
              <a:rPr lang="en-GB" b="1" dirty="0"/>
              <a:t>DEMO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2172201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8C11B-C724-F01E-1A83-B08041D93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407B50-E207-6E69-4F94-FB4562E71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Limitations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DEC08A-59A7-1203-3E50-725954ABD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75407"/>
          </a:xfrm>
        </p:spPr>
        <p:txBody>
          <a:bodyPr>
            <a:noAutofit/>
          </a:bodyPr>
          <a:lstStyle/>
          <a:p>
            <a:r>
              <a:rPr lang="en-US" dirty="0"/>
              <a:t>Synchronous service coupling → Appointment creation fails if dependencies are slow/unavailable</a:t>
            </a:r>
          </a:p>
          <a:p>
            <a:r>
              <a:rPr lang="en-US" dirty="0"/>
              <a:t>Shared JWT secret → Security risk if any service is compromised</a:t>
            </a:r>
          </a:p>
          <a:p>
            <a:r>
              <a:rPr lang="en-US" dirty="0"/>
              <a:t>Single MariaDB instance → Single point of failure and limited scalability</a:t>
            </a:r>
          </a:p>
          <a:p>
            <a:r>
              <a:rPr lang="en-US" dirty="0"/>
              <a:t>Tight coupling reduces resilience and fault isolation</a:t>
            </a:r>
          </a:p>
        </p:txBody>
      </p:sp>
    </p:spTree>
    <p:extLst>
      <p:ext uri="{BB962C8B-B14F-4D97-AF65-F5344CB8AC3E}">
        <p14:creationId xmlns:p14="http://schemas.microsoft.com/office/powerpoint/2010/main" val="2934768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C552-1F49-F08E-0C3C-B3F586527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0373ED-4BE2-90BC-87F0-21390BE7D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Improvements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BB9C9A6-5363-A3BC-03EA-0C5FCA359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06404" cy="3975407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shared JWT with RSA key pair + JWKS endpoint</a:t>
            </a:r>
          </a:p>
          <a:p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isolated databases per service with backups and replicas</a:t>
            </a:r>
          </a:p>
          <a:p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monitoring &amp; alerting (Grafana, error rates, circuit breakers)</a:t>
            </a:r>
            <a:endParaRPr lang="en-US" dirty="0"/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93423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BB243-E225-7B53-B8DF-E64551E5F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63FC9A-A220-CC8D-ABF0-46F58631D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Lesson learned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C01F9B-0A6B-08AC-6098-4A5E1F8C69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895665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add complexity and should be justified by real needs</a:t>
            </a:r>
          </a:p>
          <a:p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strategies must align with business logic (data integrity vs availability)</a:t>
            </a:r>
          </a:p>
          <a:p>
            <a:r>
              <a:rPr lang="en-US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Externalised</a:t>
            </a: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configuration enables fast, safe operational changes</a:t>
            </a:r>
          </a:p>
          <a:p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management &amp; version alignment are critical</a:t>
            </a:r>
          </a:p>
          <a:p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new frameworks requires official documentation over assumptions</a:t>
            </a:r>
            <a:endParaRPr lang="en-US" dirty="0"/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2878500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886</TotalTime>
  <Words>384</Words>
  <Application>Microsoft Office PowerPoint</Application>
  <PresentationFormat>Widescreen</PresentationFormat>
  <Paragraphs>81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Tema do Office</vt:lpstr>
      <vt:lpstr>Cloud-Native Distributed Microservices</vt:lpstr>
      <vt:lpstr>Why Distribute?</vt:lpstr>
      <vt:lpstr>Functional Requirements (User Stories)</vt:lpstr>
      <vt:lpstr>Architecture</vt:lpstr>
      <vt:lpstr>Services &amp; Responsabilities</vt:lpstr>
      <vt:lpstr>DEMO</vt:lpstr>
      <vt:lpstr>Limitations</vt:lpstr>
      <vt:lpstr>Improvements</vt:lpstr>
      <vt:lpstr>Lesson learned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Joel Silva</dc:creator>
  <cp:lastModifiedBy>Joel Silva</cp:lastModifiedBy>
  <cp:revision>2</cp:revision>
  <dcterms:created xsi:type="dcterms:W3CDTF">2025-10-27T21:32:05Z</dcterms:created>
  <dcterms:modified xsi:type="dcterms:W3CDTF">2026-04-06T19:05:35Z</dcterms:modified>
</cp:coreProperties>
</file>